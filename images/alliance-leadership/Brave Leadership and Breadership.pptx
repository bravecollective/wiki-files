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082"/>
    <a:srgbClr val="3F3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AB1318-CF01-4D43-9E23-85FDAA61135D}" v="281" dt="2024-08-15T19:59:54.9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467" autoAdjust="0"/>
  </p:normalViewPr>
  <p:slideViewPr>
    <p:cSldViewPr snapToGrid="0">
      <p:cViewPr varScale="1">
        <p:scale>
          <a:sx n="146" d="100"/>
          <a:sy n="146" d="100"/>
        </p:scale>
        <p:origin x="708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62AB11-1530-4979-8986-DB5079D81E9A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5591C5-F339-4D0B-B5E8-23CF561F7E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7893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5591C5-F339-4D0B-B5E8-23CF561F7E54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3714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B123B-F879-CCB9-4FC8-4F748AE05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64A24D-3E5F-C1EA-DAF9-BE1FB02DEC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20CBDC-2502-FB5D-CE70-09E1DEA196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F59E4-0D69-D703-2097-B44D584CBF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5591C5-F339-4D0B-B5E8-23CF561F7E54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3245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06D83-48B5-BF0E-0077-5507A9279D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6F5D6D-7AA4-B74E-3EA8-C74A7B4D7E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BB942-B5B4-482F-E81B-80C34CDB1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6F2AD-4EEB-49BC-BF6B-BBCD376DEAAB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3B3BB-2A77-50BC-8DFB-E6CFAF45B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F610F-C60A-9C33-A832-C05C5F73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D8E01-DE0B-47DC-B15E-615D530FF7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6353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F8D12-598E-F7F6-B083-5AB27D31F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B9036-DC89-67AC-9D46-6A6ED56A8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45966-70D1-7D24-A5C6-56C16A3F1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6F2AD-4EEB-49BC-BF6B-BBCD376DEAAB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F5FCF-1CB0-AF32-8751-0F54A3B18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2BC9A-BDF2-FD09-E177-65E58CBCD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D8E01-DE0B-47DC-B15E-615D530FF7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1849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1A2A2-6F49-0F61-ADBA-ED376B989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85D165-6241-AE8F-2344-A32261A70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F7229-4101-FF50-14E7-B08E53AE5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6F2AD-4EEB-49BC-BF6B-BBCD376DEAAB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4B711-D80E-849A-E436-E917F0D9A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44B25-8D2C-D143-AF9C-C27C2A525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D8E01-DE0B-47DC-B15E-615D530FF7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1206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B0B2A-6572-8750-2535-5AEAAB602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4BD52-2183-3351-5272-C907562CFC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11F4D4-C1C7-BFDE-081C-05FBDEA9D1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C85EBB-9DD8-ACAD-0EC5-FEFC077B3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6F2AD-4EEB-49BC-BF6B-BBCD376DEAAB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676CFF-83B8-6F9A-2AC5-80ACC93CE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46F03B-1BB9-5827-0C5B-4428010D2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D8E01-DE0B-47DC-B15E-615D530FF7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35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B4906-00E0-61DE-95B1-45FE4817A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7F1907-3EF8-2FB4-4596-7AD4CDCC98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3FF1B3-622E-98FF-A9B2-E992F8D423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31EC58-D04D-14A0-1840-A6CF5CE1F2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357013-DEA5-E45B-14F8-3D052EA182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383459-EC6C-EB64-E996-8B22AF20F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6F2AD-4EEB-49BC-BF6B-BBCD376DEAAB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2ACB5-B401-B3C7-1D96-E93E3E38D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A0FE38-9503-3052-2DFF-936E4CA6A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D8E01-DE0B-47DC-B15E-615D530FF7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0471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F7BD2-5C73-5CD3-C7BD-2832A2209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E29DEE-BDA7-1553-208B-B4DF7E903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6F2AD-4EEB-49BC-BF6B-BBCD376DEAAB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B2D6BC-DE81-4D52-CCE5-802EA49E6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BDCFD-685B-B304-9E04-3336B25E4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D8E01-DE0B-47DC-B15E-615D530FF7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6801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FCE0DD-BE21-290A-3475-0B941F302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6F2AD-4EEB-49BC-BF6B-BBCD376DEAAB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101329-F652-C5AA-EC82-5D7A24C61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20D76-1074-2B98-02E0-10A34C8EF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D8E01-DE0B-47DC-B15E-615D530FF7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4983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6551C-973A-52E6-963B-9B0ECADB3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40C7A-5198-0D1E-078E-505A30B5B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796B88-34DE-9EE0-9FC8-F819BCA7B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9D5A6F-5267-14B2-4306-0BC1BD993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6F2AD-4EEB-49BC-BF6B-BBCD376DEAAB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C3AE78-BF09-0C13-10C5-1F50F5A7E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BA7F3B-4203-067C-15AB-2724CBA46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D8E01-DE0B-47DC-B15E-615D530FF7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4213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9F02C-A0C1-29DE-A1F2-6FFD58D18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844A5D-BB6F-93FB-6593-D044467733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AA7A80-C526-262C-6263-8B9EFEFFD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946CC-2DCA-B64E-0768-B601703C7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6F2AD-4EEB-49BC-BF6B-BBCD376DEAAB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81C9E1-6AC7-649F-43B8-286831EFC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DA8353-F2DA-FED8-E12D-D0C005199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D8E01-DE0B-47DC-B15E-615D530FF7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7077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133C7-EAA0-94B0-42A5-D0C183A00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D925A-C10B-FAA2-863A-2F71F3F6DF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9727C-52EA-E34B-31FC-8F5E353C1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6F2AD-4EEB-49BC-BF6B-BBCD376DEAAB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A9171-D991-D1D6-BA6C-79855E1B9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9F174-5AAB-5118-56BD-0C52AF41E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D8E01-DE0B-47DC-B15E-615D530FF7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3974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55D839-D2F0-65F7-FC60-B98C68D519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A810C8-A63C-3D66-0FF2-14D71D9B7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F7DAF-C3F8-142C-A16B-37AB99707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6F2AD-4EEB-49BC-BF6B-BBCD376DEAAB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B6225-49CB-600A-3147-63D95E0FA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6BA2F-0086-D798-7649-400FD464E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D8E01-DE0B-47DC-B15E-615D530FF7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6962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A70D7B-A15C-C5EF-3404-AAE4A9616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83242-27D6-7EAA-AB90-BF9D3EC2A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E101D-8197-0347-9CD3-EB8126CE45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56F2AD-4EEB-49BC-BF6B-BBCD376DEAAB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C296E-5FB1-E749-6C04-738975939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E388D-8282-F283-DD76-125DA5679A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DD8E01-DE0B-47DC-B15E-615D530FF7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0294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jpeg"/><Relationship Id="rId18" Type="http://schemas.openxmlformats.org/officeDocument/2006/relationships/image" Target="../media/image16.jpeg"/><Relationship Id="rId3" Type="http://schemas.openxmlformats.org/officeDocument/2006/relationships/image" Target="../media/image1.png"/><Relationship Id="rId21" Type="http://schemas.openxmlformats.org/officeDocument/2006/relationships/image" Target="../media/image19.jpeg"/><Relationship Id="rId7" Type="http://schemas.openxmlformats.org/officeDocument/2006/relationships/image" Target="../media/image5.png"/><Relationship Id="rId12" Type="http://schemas.openxmlformats.org/officeDocument/2006/relationships/image" Target="../media/image10.jpeg"/><Relationship Id="rId17" Type="http://schemas.openxmlformats.org/officeDocument/2006/relationships/image" Target="../media/image15.jpeg"/><Relationship Id="rId25" Type="http://schemas.openxmlformats.org/officeDocument/2006/relationships/image" Target="../media/image23.jpe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jpeg"/><Relationship Id="rId20" Type="http://schemas.openxmlformats.org/officeDocument/2006/relationships/image" Target="../media/image1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jpeg"/><Relationship Id="rId24" Type="http://schemas.openxmlformats.org/officeDocument/2006/relationships/image" Target="../media/image22.jpeg"/><Relationship Id="rId5" Type="http://schemas.openxmlformats.org/officeDocument/2006/relationships/image" Target="../media/image3.jpeg"/><Relationship Id="rId15" Type="http://schemas.openxmlformats.org/officeDocument/2006/relationships/image" Target="../media/image13.jpeg"/><Relationship Id="rId23" Type="http://schemas.openxmlformats.org/officeDocument/2006/relationships/image" Target="../media/image21.jpeg"/><Relationship Id="rId10" Type="http://schemas.openxmlformats.org/officeDocument/2006/relationships/image" Target="../media/image8.jpeg"/><Relationship Id="rId19" Type="http://schemas.openxmlformats.org/officeDocument/2006/relationships/image" Target="../media/image17.jpeg"/><Relationship Id="rId4" Type="http://schemas.openxmlformats.org/officeDocument/2006/relationships/image" Target="../media/image2.png"/><Relationship Id="rId9" Type="http://schemas.openxmlformats.org/officeDocument/2006/relationships/image" Target="../media/image7.jpeg"/><Relationship Id="rId14" Type="http://schemas.openxmlformats.org/officeDocument/2006/relationships/image" Target="../media/image12.jpeg"/><Relationship Id="rId22" Type="http://schemas.openxmlformats.org/officeDocument/2006/relationships/image" Target="../media/image20.jpe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jpeg"/><Relationship Id="rId18" Type="http://schemas.openxmlformats.org/officeDocument/2006/relationships/image" Target="../media/image17.jpeg"/><Relationship Id="rId26" Type="http://schemas.openxmlformats.org/officeDocument/2006/relationships/image" Target="../media/image27.jpeg"/><Relationship Id="rId39" Type="http://schemas.openxmlformats.org/officeDocument/2006/relationships/image" Target="../media/image40.jpeg"/><Relationship Id="rId21" Type="http://schemas.openxmlformats.org/officeDocument/2006/relationships/image" Target="../media/image20.jpeg"/><Relationship Id="rId34" Type="http://schemas.openxmlformats.org/officeDocument/2006/relationships/image" Target="../media/image35.jpeg"/><Relationship Id="rId42" Type="http://schemas.openxmlformats.org/officeDocument/2006/relationships/image" Target="../media/image43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jpeg"/><Relationship Id="rId20" Type="http://schemas.openxmlformats.org/officeDocument/2006/relationships/image" Target="../media/image19.jpeg"/><Relationship Id="rId29" Type="http://schemas.openxmlformats.org/officeDocument/2006/relationships/image" Target="../media/image30.jpeg"/><Relationship Id="rId41" Type="http://schemas.openxmlformats.org/officeDocument/2006/relationships/image" Target="../media/image4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10.jpeg"/><Relationship Id="rId24" Type="http://schemas.openxmlformats.org/officeDocument/2006/relationships/image" Target="../media/image25.png"/><Relationship Id="rId32" Type="http://schemas.openxmlformats.org/officeDocument/2006/relationships/image" Target="../media/image33.jpeg"/><Relationship Id="rId37" Type="http://schemas.openxmlformats.org/officeDocument/2006/relationships/image" Target="../media/image38.jpeg"/><Relationship Id="rId40" Type="http://schemas.openxmlformats.org/officeDocument/2006/relationships/image" Target="../media/image41.jpeg"/><Relationship Id="rId5" Type="http://schemas.openxmlformats.org/officeDocument/2006/relationships/image" Target="../media/image24.jpeg"/><Relationship Id="rId15" Type="http://schemas.openxmlformats.org/officeDocument/2006/relationships/image" Target="../media/image14.jpeg"/><Relationship Id="rId23" Type="http://schemas.openxmlformats.org/officeDocument/2006/relationships/image" Target="../media/image22.jpeg"/><Relationship Id="rId28" Type="http://schemas.openxmlformats.org/officeDocument/2006/relationships/image" Target="../media/image29.jpeg"/><Relationship Id="rId36" Type="http://schemas.openxmlformats.org/officeDocument/2006/relationships/image" Target="../media/image37.jpeg"/><Relationship Id="rId10" Type="http://schemas.openxmlformats.org/officeDocument/2006/relationships/image" Target="../media/image9.jpeg"/><Relationship Id="rId19" Type="http://schemas.openxmlformats.org/officeDocument/2006/relationships/image" Target="../media/image18.jpeg"/><Relationship Id="rId31" Type="http://schemas.openxmlformats.org/officeDocument/2006/relationships/image" Target="../media/image32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Relationship Id="rId14" Type="http://schemas.openxmlformats.org/officeDocument/2006/relationships/image" Target="../media/image13.jpeg"/><Relationship Id="rId22" Type="http://schemas.openxmlformats.org/officeDocument/2006/relationships/image" Target="../media/image21.jpeg"/><Relationship Id="rId27" Type="http://schemas.openxmlformats.org/officeDocument/2006/relationships/image" Target="../media/image28.jpeg"/><Relationship Id="rId30" Type="http://schemas.openxmlformats.org/officeDocument/2006/relationships/image" Target="../media/image31.jpeg"/><Relationship Id="rId35" Type="http://schemas.openxmlformats.org/officeDocument/2006/relationships/image" Target="../media/image36.jpeg"/><Relationship Id="rId43" Type="http://schemas.openxmlformats.org/officeDocument/2006/relationships/image" Target="../media/image44.jpeg"/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12" Type="http://schemas.openxmlformats.org/officeDocument/2006/relationships/image" Target="../media/image11.jpeg"/><Relationship Id="rId17" Type="http://schemas.openxmlformats.org/officeDocument/2006/relationships/image" Target="../media/image16.jpeg"/><Relationship Id="rId25" Type="http://schemas.openxmlformats.org/officeDocument/2006/relationships/image" Target="../media/image26.jpeg"/><Relationship Id="rId33" Type="http://schemas.openxmlformats.org/officeDocument/2006/relationships/image" Target="../media/image34.png"/><Relationship Id="rId38" Type="http://schemas.openxmlformats.org/officeDocument/2006/relationships/image" Target="../media/image3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461B55-21C2-EE5F-A0F2-E1D3F7E8F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701" y="-159731"/>
            <a:ext cx="12488237" cy="7193712"/>
          </a:xfrm>
          <a:prstGeom prst="rect">
            <a:avLst/>
          </a:prstGeom>
        </p:spPr>
      </p:pic>
      <p:grpSp>
        <p:nvGrpSpPr>
          <p:cNvPr id="1124" name="Group 1123">
            <a:extLst>
              <a:ext uri="{FF2B5EF4-FFF2-40B4-BE49-F238E27FC236}">
                <a16:creationId xmlns:a16="http://schemas.microsoft.com/office/drawing/2014/main" id="{E32F475D-D9B9-EAEF-FFFF-761B816F694F}"/>
              </a:ext>
            </a:extLst>
          </p:cNvPr>
          <p:cNvGrpSpPr/>
          <p:nvPr/>
        </p:nvGrpSpPr>
        <p:grpSpPr>
          <a:xfrm>
            <a:off x="5212948" y="182437"/>
            <a:ext cx="1765090" cy="1765090"/>
            <a:chOff x="5009169" y="161410"/>
            <a:chExt cx="2173662" cy="217366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C9DFCFA-E6B2-F57D-AD73-53DB20E1BA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09169" y="161410"/>
              <a:ext cx="2173662" cy="2173662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78607BD-8F05-0D5A-A28E-73B9D7FC57C2}"/>
                </a:ext>
              </a:extLst>
            </p:cNvPr>
            <p:cNvSpPr txBox="1"/>
            <p:nvPr/>
          </p:nvSpPr>
          <p:spPr>
            <a:xfrm>
              <a:off x="5354220" y="1532828"/>
              <a:ext cx="1484806" cy="416920"/>
            </a:xfrm>
            <a:prstGeom prst="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600" dirty="0">
                  <a:solidFill>
                    <a:schemeClr val="bg1"/>
                  </a:solidFill>
                  <a:latin typeface="EVE Alpha" panose="02000800000000000000" pitchFamily="2" charset="0"/>
                </a:rPr>
                <a:t>LEADERSHIP</a:t>
              </a:r>
            </a:p>
          </p:txBody>
        </p:sp>
      </p:grp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EAC6C05-A93B-E6CA-CB3C-2264EB28D202}"/>
              </a:ext>
            </a:extLst>
          </p:cNvPr>
          <p:cNvSpPr/>
          <p:nvPr/>
        </p:nvSpPr>
        <p:spPr>
          <a:xfrm>
            <a:off x="8043663" y="738000"/>
            <a:ext cx="1260000" cy="450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900" dirty="0">
                <a:solidFill>
                  <a:schemeClr val="tx1"/>
                </a:solidFill>
              </a:rPr>
              <a:t> </a:t>
            </a:r>
            <a:r>
              <a:rPr lang="en-GB" sz="1000" dirty="0">
                <a:solidFill>
                  <a:schemeClr val="tx1"/>
                </a:solidFill>
              </a:rPr>
              <a:t>Blade </a:t>
            </a:r>
            <a:r>
              <a:rPr lang="en-GB" sz="1000" dirty="0" err="1">
                <a:solidFill>
                  <a:schemeClr val="tx1"/>
                </a:solidFill>
              </a:rPr>
              <a:t>Reiper</a:t>
            </a:r>
            <a:endParaRPr lang="en-GB" sz="1000" dirty="0">
              <a:solidFill>
                <a:schemeClr val="tx1"/>
              </a:solidFill>
            </a:endParaRPr>
          </a:p>
          <a:p>
            <a:r>
              <a:rPr lang="en-GB" sz="900" dirty="0">
                <a:solidFill>
                  <a:schemeClr val="tx1"/>
                </a:solidFill>
              </a:rPr>
              <a:t> </a:t>
            </a:r>
            <a:r>
              <a:rPr lang="en-GB" sz="800" dirty="0">
                <a:solidFill>
                  <a:schemeClr val="tx1"/>
                </a:solidFill>
              </a:rPr>
              <a:t>Recruitment Director</a:t>
            </a:r>
            <a:br>
              <a:rPr lang="en-GB" sz="800" dirty="0">
                <a:solidFill>
                  <a:schemeClr val="tx1"/>
                </a:solidFill>
              </a:rPr>
            </a:br>
            <a:r>
              <a:rPr lang="en-GB" sz="800" dirty="0">
                <a:solidFill>
                  <a:schemeClr val="tx1"/>
                </a:solidFill>
              </a:rPr>
              <a:t> </a:t>
            </a:r>
            <a:r>
              <a:rPr lang="en-GB" sz="700" dirty="0">
                <a:solidFill>
                  <a:schemeClr val="tx1"/>
                </a:solidFill>
              </a:rPr>
              <a:t>and Corp Coordination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705BBAAF-AB36-E6B6-C467-3F1BC87A7A08}"/>
              </a:ext>
            </a:extLst>
          </p:cNvPr>
          <p:cNvSpPr/>
          <p:nvPr/>
        </p:nvSpPr>
        <p:spPr>
          <a:xfrm>
            <a:off x="5717493" y="3742064"/>
            <a:ext cx="1260000" cy="450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900" dirty="0">
                <a:solidFill>
                  <a:schemeClr val="tx1"/>
                </a:solidFill>
              </a:rPr>
              <a:t> Sadism Evolved</a:t>
            </a:r>
          </a:p>
          <a:p>
            <a:r>
              <a:rPr lang="en-GB" sz="800" dirty="0">
                <a:solidFill>
                  <a:schemeClr val="tx1"/>
                </a:solidFill>
              </a:rPr>
              <a:t> Second in Command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23AB05DA-717F-2D2C-A4B0-4905F0B1B9CF}"/>
              </a:ext>
            </a:extLst>
          </p:cNvPr>
          <p:cNvSpPr/>
          <p:nvPr/>
        </p:nvSpPr>
        <p:spPr>
          <a:xfrm>
            <a:off x="1065831" y="5854267"/>
            <a:ext cx="1260000" cy="450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900" dirty="0">
                <a:solidFill>
                  <a:schemeClr val="tx1"/>
                </a:solidFill>
              </a:rPr>
              <a:t> </a:t>
            </a:r>
            <a:r>
              <a:rPr lang="en-GB" sz="900" dirty="0" err="1">
                <a:solidFill>
                  <a:schemeClr val="tx1"/>
                </a:solidFill>
              </a:rPr>
              <a:t>tbd</a:t>
            </a:r>
            <a:endParaRPr lang="en-GB" sz="900" dirty="0">
              <a:solidFill>
                <a:schemeClr val="tx1"/>
              </a:solidFill>
            </a:endParaRPr>
          </a:p>
          <a:p>
            <a:r>
              <a:rPr lang="en-GB" sz="900" dirty="0">
                <a:solidFill>
                  <a:schemeClr val="tx1"/>
                </a:solidFill>
              </a:rPr>
              <a:t> Events</a:t>
            </a:r>
          </a:p>
        </p:txBody>
      </p:sp>
      <p:cxnSp>
        <p:nvCxnSpPr>
          <p:cNvPr id="1051" name="Straight Connector 1050">
            <a:extLst>
              <a:ext uri="{FF2B5EF4-FFF2-40B4-BE49-F238E27FC236}">
                <a16:creationId xmlns:a16="http://schemas.microsoft.com/office/drawing/2014/main" id="{1318AEFE-0446-4D7E-3E2B-C564A4195954}"/>
              </a:ext>
            </a:extLst>
          </p:cNvPr>
          <p:cNvCxnSpPr>
            <a:stCxn id="40" idx="2"/>
            <a:endCxn id="38" idx="0"/>
          </p:cNvCxnSpPr>
          <p:nvPr/>
        </p:nvCxnSpPr>
        <p:spPr>
          <a:xfrm>
            <a:off x="6347493" y="3121817"/>
            <a:ext cx="0" cy="6202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32" name="Group 1031">
            <a:extLst>
              <a:ext uri="{FF2B5EF4-FFF2-40B4-BE49-F238E27FC236}">
                <a16:creationId xmlns:a16="http://schemas.microsoft.com/office/drawing/2014/main" id="{FA0DE0E7-DCD4-6D51-8D32-9F7C581BEDB2}"/>
              </a:ext>
            </a:extLst>
          </p:cNvPr>
          <p:cNvGrpSpPr/>
          <p:nvPr/>
        </p:nvGrpSpPr>
        <p:grpSpPr>
          <a:xfrm>
            <a:off x="2888677" y="1573714"/>
            <a:ext cx="1762985" cy="540000"/>
            <a:chOff x="2888677" y="1309500"/>
            <a:chExt cx="1762985" cy="540000"/>
          </a:xfrm>
        </p:grpSpPr>
        <p:sp>
          <p:nvSpPr>
            <p:cNvPr id="1095" name="Rectangle: Rounded Corners 1094">
              <a:extLst>
                <a:ext uri="{FF2B5EF4-FFF2-40B4-BE49-F238E27FC236}">
                  <a16:creationId xmlns:a16="http://schemas.microsoft.com/office/drawing/2014/main" id="{0DD20147-6764-7F63-B831-36BE75E5717D}"/>
                </a:ext>
              </a:extLst>
            </p:cNvPr>
            <p:cNvSpPr/>
            <p:nvPr/>
          </p:nvSpPr>
          <p:spPr>
            <a:xfrm>
              <a:off x="3391662" y="1362625"/>
              <a:ext cx="1260000" cy="45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 dirty="0">
                  <a:solidFill>
                    <a:schemeClr val="tx1"/>
                  </a:solidFill>
                </a:rPr>
                <a:t> Arian </a:t>
              </a:r>
              <a:r>
                <a:rPr lang="en-GB" sz="900" dirty="0" err="1">
                  <a:solidFill>
                    <a:schemeClr val="tx1"/>
                  </a:solidFill>
                </a:rPr>
                <a:t>Felou</a:t>
              </a:r>
              <a:endParaRPr lang="en-GB" sz="900" dirty="0">
                <a:solidFill>
                  <a:schemeClr val="tx1"/>
                </a:solidFill>
              </a:endParaRPr>
            </a:p>
            <a:p>
              <a:r>
                <a:rPr lang="en-GB" sz="800" dirty="0">
                  <a:solidFill>
                    <a:schemeClr val="tx1"/>
                  </a:solidFill>
                </a:rPr>
                <a:t> </a:t>
              </a:r>
              <a:r>
                <a:rPr lang="en-GB" sz="900" dirty="0">
                  <a:solidFill>
                    <a:schemeClr val="tx1"/>
                  </a:solidFill>
                </a:rPr>
                <a:t>Logistics Director</a:t>
              </a:r>
              <a:endParaRPr lang="en-GB" sz="700" dirty="0">
                <a:solidFill>
                  <a:schemeClr val="tx1"/>
                </a:solidFill>
              </a:endParaRPr>
            </a:p>
          </p:txBody>
        </p:sp>
        <p:pic>
          <p:nvPicPr>
            <p:cNvPr id="1096" name="Picture 2">
              <a:extLst>
                <a:ext uri="{FF2B5EF4-FFF2-40B4-BE49-F238E27FC236}">
                  <a16:creationId xmlns:a16="http://schemas.microsoft.com/office/drawing/2014/main" id="{AB0110BF-2FF6-B214-A4BA-E593272625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2888677" y="1309500"/>
              <a:ext cx="540000" cy="540000"/>
            </a:xfrm>
            <a:prstGeom prst="rect">
              <a:avLst/>
            </a:prstGeom>
            <a:noFill/>
            <a:ln w="57150">
              <a:solidFill>
                <a:srgbClr val="00B0F0"/>
              </a:solidFill>
            </a:ln>
            <a:effectLst>
              <a:softEdge rad="254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146" name="Connector: Elbow 1145">
            <a:extLst>
              <a:ext uri="{FF2B5EF4-FFF2-40B4-BE49-F238E27FC236}">
                <a16:creationId xmlns:a16="http://schemas.microsoft.com/office/drawing/2014/main" id="{E0FD9BF4-D468-C8FA-FDBE-4C3BE7703D32}"/>
              </a:ext>
            </a:extLst>
          </p:cNvPr>
          <p:cNvCxnSpPr>
            <a:cxnSpLocks/>
            <a:stCxn id="34" idx="3"/>
            <a:endCxn id="30" idx="1"/>
          </p:cNvCxnSpPr>
          <p:nvPr/>
        </p:nvCxnSpPr>
        <p:spPr>
          <a:xfrm flipV="1">
            <a:off x="9303324" y="2921617"/>
            <a:ext cx="532618" cy="515508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97C23851-C85C-D111-5F57-BF9F0D05EBED}"/>
              </a:ext>
            </a:extLst>
          </p:cNvPr>
          <p:cNvGrpSpPr/>
          <p:nvPr/>
        </p:nvGrpSpPr>
        <p:grpSpPr>
          <a:xfrm>
            <a:off x="531516" y="1573714"/>
            <a:ext cx="1762985" cy="540000"/>
            <a:chOff x="531516" y="1249719"/>
            <a:chExt cx="1762985" cy="540000"/>
          </a:xfrm>
        </p:grpSpPr>
        <p:sp>
          <p:nvSpPr>
            <p:cNvPr id="1151" name="Rectangle: Rounded Corners 1150">
              <a:extLst>
                <a:ext uri="{FF2B5EF4-FFF2-40B4-BE49-F238E27FC236}">
                  <a16:creationId xmlns:a16="http://schemas.microsoft.com/office/drawing/2014/main" id="{83208C5F-3413-6F66-E8F0-4F99FDF413C6}"/>
                </a:ext>
              </a:extLst>
            </p:cNvPr>
            <p:cNvSpPr/>
            <p:nvPr/>
          </p:nvSpPr>
          <p:spPr>
            <a:xfrm>
              <a:off x="1034501" y="1302844"/>
              <a:ext cx="1260000" cy="45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 dirty="0">
                  <a:solidFill>
                    <a:schemeClr val="tx1"/>
                  </a:solidFill>
                </a:rPr>
                <a:t> </a:t>
              </a:r>
              <a:r>
                <a:rPr lang="en-GB" sz="900" dirty="0" err="1">
                  <a:solidFill>
                    <a:schemeClr val="tx1"/>
                  </a:solidFill>
                </a:rPr>
                <a:t>Suffia</a:t>
              </a:r>
              <a:endParaRPr lang="en-GB" sz="900" dirty="0">
                <a:solidFill>
                  <a:schemeClr val="tx1"/>
                </a:solidFill>
              </a:endParaRPr>
            </a:p>
            <a:p>
              <a:r>
                <a:rPr lang="en-GB" sz="800" dirty="0">
                  <a:solidFill>
                    <a:schemeClr val="tx1"/>
                  </a:solidFill>
                </a:rPr>
                <a:t> </a:t>
              </a:r>
              <a:r>
                <a:rPr lang="en-GB" sz="700" dirty="0">
                  <a:solidFill>
                    <a:schemeClr val="tx1"/>
                  </a:solidFill>
                </a:rPr>
                <a:t>Supply</a:t>
              </a:r>
            </a:p>
          </p:txBody>
        </p:sp>
        <p:pic>
          <p:nvPicPr>
            <p:cNvPr id="1152" name="Picture 2">
              <a:extLst>
                <a:ext uri="{FF2B5EF4-FFF2-40B4-BE49-F238E27FC236}">
                  <a16:creationId xmlns:a16="http://schemas.microsoft.com/office/drawing/2014/main" id="{819C5FF2-6FD9-9B4F-CD30-827A29EDB2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531516" y="1249719"/>
              <a:ext cx="540000" cy="540000"/>
            </a:xfrm>
            <a:prstGeom prst="rect">
              <a:avLst/>
            </a:prstGeom>
            <a:noFill/>
            <a:ln w="57150">
              <a:solidFill>
                <a:srgbClr val="00B0F0"/>
              </a:solidFill>
            </a:ln>
            <a:effectLst>
              <a:softEdge rad="254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40" name="Group 1039">
            <a:extLst>
              <a:ext uri="{FF2B5EF4-FFF2-40B4-BE49-F238E27FC236}">
                <a16:creationId xmlns:a16="http://schemas.microsoft.com/office/drawing/2014/main" id="{023E2C47-AF23-94AF-6E5D-E15EB54AB71D}"/>
              </a:ext>
            </a:extLst>
          </p:cNvPr>
          <p:cNvGrpSpPr/>
          <p:nvPr/>
        </p:nvGrpSpPr>
        <p:grpSpPr>
          <a:xfrm>
            <a:off x="562846" y="3687428"/>
            <a:ext cx="1762985" cy="540000"/>
            <a:chOff x="562846" y="4083750"/>
            <a:chExt cx="1762985" cy="540000"/>
          </a:xfrm>
        </p:grpSpPr>
        <p:sp>
          <p:nvSpPr>
            <p:cNvPr id="1160" name="Rectangle: Rounded Corners 1159">
              <a:extLst>
                <a:ext uri="{FF2B5EF4-FFF2-40B4-BE49-F238E27FC236}">
                  <a16:creationId xmlns:a16="http://schemas.microsoft.com/office/drawing/2014/main" id="{531F6EAD-6ACF-6373-BCD9-EB8A521F5046}"/>
                </a:ext>
              </a:extLst>
            </p:cNvPr>
            <p:cNvSpPr/>
            <p:nvPr/>
          </p:nvSpPr>
          <p:spPr>
            <a:xfrm>
              <a:off x="1065831" y="4136875"/>
              <a:ext cx="1260000" cy="45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 dirty="0">
                  <a:solidFill>
                    <a:schemeClr val="tx1"/>
                  </a:solidFill>
                </a:rPr>
                <a:t> </a:t>
              </a:r>
              <a:r>
                <a:rPr lang="en-GB" sz="900" dirty="0" err="1">
                  <a:solidFill>
                    <a:schemeClr val="tx1"/>
                  </a:solidFill>
                </a:rPr>
                <a:t>tbd</a:t>
              </a:r>
              <a:endParaRPr lang="en-GB" sz="900" dirty="0">
                <a:solidFill>
                  <a:schemeClr val="tx1"/>
                </a:solidFill>
              </a:endParaRPr>
            </a:p>
            <a:p>
              <a:r>
                <a:rPr lang="en-GB" sz="800" dirty="0">
                  <a:solidFill>
                    <a:schemeClr val="tx1"/>
                  </a:solidFill>
                </a:rPr>
                <a:t> </a:t>
              </a:r>
              <a:r>
                <a:rPr lang="en-GB" sz="900" dirty="0">
                  <a:solidFill>
                    <a:schemeClr val="tx1"/>
                  </a:solidFill>
                </a:rPr>
                <a:t>IT Administrator</a:t>
              </a:r>
              <a:endParaRPr lang="en-GB" sz="700" dirty="0">
                <a:solidFill>
                  <a:schemeClr val="tx1"/>
                </a:solidFill>
              </a:endParaRPr>
            </a:p>
          </p:txBody>
        </p:sp>
        <p:pic>
          <p:nvPicPr>
            <p:cNvPr id="1161" name="Picture 2">
              <a:extLst>
                <a:ext uri="{FF2B5EF4-FFF2-40B4-BE49-F238E27FC236}">
                  <a16:creationId xmlns:a16="http://schemas.microsoft.com/office/drawing/2014/main" id="{C0A16F27-0FDE-2EEF-9BC9-B2F06C147B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562846" y="4083750"/>
              <a:ext cx="540000" cy="540000"/>
            </a:xfrm>
            <a:prstGeom prst="rect">
              <a:avLst/>
            </a:prstGeom>
            <a:noFill/>
            <a:ln w="57150">
              <a:solidFill>
                <a:srgbClr val="00B0F0"/>
              </a:solidFill>
            </a:ln>
            <a:effectLst>
              <a:softEdge rad="254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5242F57-C8B4-FC87-8253-E7679572FB5D}"/>
              </a:ext>
            </a:extLst>
          </p:cNvPr>
          <p:cNvGrpSpPr/>
          <p:nvPr/>
        </p:nvGrpSpPr>
        <p:grpSpPr>
          <a:xfrm>
            <a:off x="2888677" y="4744285"/>
            <a:ext cx="1762985" cy="540000"/>
            <a:chOff x="2888677" y="5008500"/>
            <a:chExt cx="1762985" cy="540000"/>
          </a:xfrm>
        </p:grpSpPr>
        <p:sp>
          <p:nvSpPr>
            <p:cNvPr id="1167" name="Rectangle: Rounded Corners 1166">
              <a:extLst>
                <a:ext uri="{FF2B5EF4-FFF2-40B4-BE49-F238E27FC236}">
                  <a16:creationId xmlns:a16="http://schemas.microsoft.com/office/drawing/2014/main" id="{42EC0099-FF93-68CA-B381-8B3F837D7BF9}"/>
                </a:ext>
              </a:extLst>
            </p:cNvPr>
            <p:cNvSpPr/>
            <p:nvPr/>
          </p:nvSpPr>
          <p:spPr>
            <a:xfrm>
              <a:off x="3391662" y="5061625"/>
              <a:ext cx="1260000" cy="45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 dirty="0">
                  <a:solidFill>
                    <a:schemeClr val="tx1"/>
                  </a:solidFill>
                </a:rPr>
                <a:t> Ted </a:t>
              </a:r>
              <a:r>
                <a:rPr lang="en-GB" sz="900" dirty="0" err="1">
                  <a:solidFill>
                    <a:schemeClr val="tx1"/>
                  </a:solidFill>
                </a:rPr>
                <a:t>LeBon</a:t>
              </a:r>
              <a:endParaRPr lang="en-GB" sz="900" dirty="0">
                <a:solidFill>
                  <a:schemeClr val="tx1"/>
                </a:solidFill>
              </a:endParaRPr>
            </a:p>
            <a:p>
              <a:r>
                <a:rPr lang="en-GB" sz="800" dirty="0">
                  <a:solidFill>
                    <a:schemeClr val="tx1"/>
                  </a:solidFill>
                </a:rPr>
                <a:t> </a:t>
              </a:r>
              <a:r>
                <a:rPr lang="en-GB" sz="700" dirty="0">
                  <a:solidFill>
                    <a:schemeClr val="tx1"/>
                  </a:solidFill>
                </a:rPr>
                <a:t>Communication Director</a:t>
              </a:r>
              <a:endParaRPr lang="en-GB" sz="900" dirty="0">
                <a:solidFill>
                  <a:schemeClr val="tx1"/>
                </a:solidFill>
              </a:endParaRPr>
            </a:p>
          </p:txBody>
        </p:sp>
        <p:pic>
          <p:nvPicPr>
            <p:cNvPr id="1168" name="Picture 2">
              <a:extLst>
                <a:ext uri="{FF2B5EF4-FFF2-40B4-BE49-F238E27FC236}">
                  <a16:creationId xmlns:a16="http://schemas.microsoft.com/office/drawing/2014/main" id="{4A4BB8BC-DE2D-91E6-B640-58AB95D039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2888677" y="5008500"/>
              <a:ext cx="540000" cy="540000"/>
            </a:xfrm>
            <a:prstGeom prst="rect">
              <a:avLst/>
            </a:prstGeom>
            <a:noFill/>
            <a:ln w="57150">
              <a:solidFill>
                <a:srgbClr val="00B0F0"/>
              </a:solidFill>
            </a:ln>
            <a:effectLst>
              <a:softEdge rad="254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70" name="Rectangle: Rounded Corners 1169">
            <a:extLst>
              <a:ext uri="{FF2B5EF4-FFF2-40B4-BE49-F238E27FC236}">
                <a16:creationId xmlns:a16="http://schemas.microsoft.com/office/drawing/2014/main" id="{A7FAB4F5-3D54-F34E-CAC6-F29E5633AD03}"/>
              </a:ext>
            </a:extLst>
          </p:cNvPr>
          <p:cNvSpPr/>
          <p:nvPr/>
        </p:nvSpPr>
        <p:spPr>
          <a:xfrm>
            <a:off x="1035692" y="2683696"/>
            <a:ext cx="1260000" cy="450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900" dirty="0">
                <a:solidFill>
                  <a:schemeClr val="tx1"/>
                </a:solidFill>
              </a:rPr>
              <a:t> </a:t>
            </a:r>
            <a:r>
              <a:rPr lang="en-GB" sz="900" dirty="0" err="1">
                <a:solidFill>
                  <a:schemeClr val="tx1"/>
                </a:solidFill>
              </a:rPr>
              <a:t>tbd</a:t>
            </a:r>
            <a:endParaRPr lang="en-GB" sz="900" dirty="0">
              <a:solidFill>
                <a:schemeClr val="tx1"/>
              </a:solidFill>
            </a:endParaRPr>
          </a:p>
          <a:p>
            <a:r>
              <a:rPr lang="en-GB" sz="800" dirty="0">
                <a:solidFill>
                  <a:schemeClr val="tx1"/>
                </a:solidFill>
              </a:rPr>
              <a:t> </a:t>
            </a:r>
            <a:r>
              <a:rPr lang="en-GB" sz="900" dirty="0">
                <a:solidFill>
                  <a:schemeClr val="tx1"/>
                </a:solidFill>
              </a:rPr>
              <a:t>Industry Lead</a:t>
            </a:r>
            <a:endParaRPr lang="en-GB" sz="700" dirty="0">
              <a:solidFill>
                <a:schemeClr val="tx1"/>
              </a:solidFill>
            </a:endParaRPr>
          </a:p>
        </p:txBody>
      </p:sp>
      <p:cxnSp>
        <p:nvCxnSpPr>
          <p:cNvPr id="1180" name="Connector: Elbow 1179">
            <a:extLst>
              <a:ext uri="{FF2B5EF4-FFF2-40B4-BE49-F238E27FC236}">
                <a16:creationId xmlns:a16="http://schemas.microsoft.com/office/drawing/2014/main" id="{8DC53627-2E4C-23DE-6767-ADE6141E38C2}"/>
              </a:ext>
            </a:extLst>
          </p:cNvPr>
          <p:cNvCxnSpPr>
            <a:stCxn id="1025" idx="3"/>
            <a:endCxn id="1174" idx="1"/>
          </p:cNvCxnSpPr>
          <p:nvPr/>
        </p:nvCxnSpPr>
        <p:spPr>
          <a:xfrm flipV="1">
            <a:off x="9303324" y="3903494"/>
            <a:ext cx="532180" cy="76663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2" name="Connector: Elbow 1181">
            <a:extLst>
              <a:ext uri="{FF2B5EF4-FFF2-40B4-BE49-F238E27FC236}">
                <a16:creationId xmlns:a16="http://schemas.microsoft.com/office/drawing/2014/main" id="{0F2D7303-CC56-CD63-472B-522F81D93B72}"/>
              </a:ext>
            </a:extLst>
          </p:cNvPr>
          <p:cNvCxnSpPr>
            <a:stCxn id="1025" idx="3"/>
            <a:endCxn id="1034" idx="1"/>
          </p:cNvCxnSpPr>
          <p:nvPr/>
        </p:nvCxnSpPr>
        <p:spPr>
          <a:xfrm>
            <a:off x="9303324" y="4670125"/>
            <a:ext cx="532181" cy="215246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6" name="Connector: Elbow 1185">
            <a:extLst>
              <a:ext uri="{FF2B5EF4-FFF2-40B4-BE49-F238E27FC236}">
                <a16:creationId xmlns:a16="http://schemas.microsoft.com/office/drawing/2014/main" id="{05473B00-709E-8C16-05DC-43662F83C434}"/>
              </a:ext>
            </a:extLst>
          </p:cNvPr>
          <p:cNvCxnSpPr>
            <a:cxnSpLocks/>
            <a:stCxn id="1034" idx="1"/>
            <a:endCxn id="1036" idx="1"/>
          </p:cNvCxnSpPr>
          <p:nvPr/>
        </p:nvCxnSpPr>
        <p:spPr>
          <a:xfrm rot="10800000" flipH="1" flipV="1">
            <a:off x="9835504" y="4885371"/>
            <a:ext cx="6351" cy="981876"/>
          </a:xfrm>
          <a:prstGeom prst="bentConnector3">
            <a:avLst>
              <a:gd name="adj1" fmla="val -431932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1" name="Straight Connector 1200">
            <a:extLst>
              <a:ext uri="{FF2B5EF4-FFF2-40B4-BE49-F238E27FC236}">
                <a16:creationId xmlns:a16="http://schemas.microsoft.com/office/drawing/2014/main" id="{1E6FA1DF-EF3E-67B9-B523-53AC0E7586A8}"/>
              </a:ext>
            </a:extLst>
          </p:cNvPr>
          <p:cNvCxnSpPr>
            <a:cxnSpLocks/>
            <a:stCxn id="1102" idx="1"/>
            <a:endCxn id="1160" idx="3"/>
          </p:cNvCxnSpPr>
          <p:nvPr/>
        </p:nvCxnSpPr>
        <p:spPr>
          <a:xfrm flipH="1">
            <a:off x="2325831" y="3957428"/>
            <a:ext cx="562846" cy="81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7" name="Connector: Elbow 1206">
            <a:extLst>
              <a:ext uri="{FF2B5EF4-FFF2-40B4-BE49-F238E27FC236}">
                <a16:creationId xmlns:a16="http://schemas.microsoft.com/office/drawing/2014/main" id="{C69C68BC-DC8E-FBD1-F63D-C688051324DE}"/>
              </a:ext>
            </a:extLst>
          </p:cNvPr>
          <p:cNvCxnSpPr>
            <a:cxnSpLocks/>
            <a:stCxn id="1272" idx="1"/>
            <a:endCxn id="1170" idx="3"/>
          </p:cNvCxnSpPr>
          <p:nvPr/>
        </p:nvCxnSpPr>
        <p:spPr>
          <a:xfrm rot="10800000" flipV="1">
            <a:off x="2295692" y="786856"/>
            <a:ext cx="581096" cy="2121839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9" name="Connector: Elbow 1208">
            <a:extLst>
              <a:ext uri="{FF2B5EF4-FFF2-40B4-BE49-F238E27FC236}">
                <a16:creationId xmlns:a16="http://schemas.microsoft.com/office/drawing/2014/main" id="{BE5A02CD-8361-11CC-BBA2-7659A487C1B1}"/>
              </a:ext>
            </a:extLst>
          </p:cNvPr>
          <p:cNvCxnSpPr>
            <a:cxnSpLocks/>
            <a:stCxn id="1272" idx="1"/>
            <a:endCxn id="1157" idx="3"/>
          </p:cNvCxnSpPr>
          <p:nvPr/>
        </p:nvCxnSpPr>
        <p:spPr>
          <a:xfrm rot="10800000">
            <a:off x="2294502" y="786197"/>
            <a:ext cx="582287" cy="66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3" name="Connector: Elbow 1212">
            <a:extLst>
              <a:ext uri="{FF2B5EF4-FFF2-40B4-BE49-F238E27FC236}">
                <a16:creationId xmlns:a16="http://schemas.microsoft.com/office/drawing/2014/main" id="{05F0AC07-6D2F-8F7F-6CB8-261AB3BB9B6F}"/>
              </a:ext>
            </a:extLst>
          </p:cNvPr>
          <p:cNvCxnSpPr>
            <a:stCxn id="1116" idx="1"/>
            <a:endCxn id="54" idx="3"/>
          </p:cNvCxnSpPr>
          <p:nvPr/>
        </p:nvCxnSpPr>
        <p:spPr>
          <a:xfrm rot="10800000">
            <a:off x="2325831" y="5026568"/>
            <a:ext cx="562846" cy="1044574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5" name="Straight Connector 1214">
            <a:extLst>
              <a:ext uri="{FF2B5EF4-FFF2-40B4-BE49-F238E27FC236}">
                <a16:creationId xmlns:a16="http://schemas.microsoft.com/office/drawing/2014/main" id="{9F6CB65A-B8FE-973C-1592-2CED1D6739C4}"/>
              </a:ext>
            </a:extLst>
          </p:cNvPr>
          <p:cNvCxnSpPr>
            <a:stCxn id="1116" idx="1"/>
            <a:endCxn id="56" idx="3"/>
          </p:cNvCxnSpPr>
          <p:nvPr/>
        </p:nvCxnSpPr>
        <p:spPr>
          <a:xfrm flipH="1">
            <a:off x="2325831" y="6071142"/>
            <a:ext cx="562846" cy="81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7" name="Connector: Elbow 1216">
            <a:extLst>
              <a:ext uri="{FF2B5EF4-FFF2-40B4-BE49-F238E27FC236}">
                <a16:creationId xmlns:a16="http://schemas.microsoft.com/office/drawing/2014/main" id="{C7AB1263-5CE4-EBA7-007B-56BA4EABFF9D}"/>
              </a:ext>
            </a:extLst>
          </p:cNvPr>
          <p:cNvCxnSpPr>
            <a:stCxn id="41" idx="1"/>
            <a:endCxn id="1093" idx="3"/>
          </p:cNvCxnSpPr>
          <p:nvPr/>
        </p:nvCxnSpPr>
        <p:spPr>
          <a:xfrm rot="10800000">
            <a:off x="4651324" y="795064"/>
            <a:ext cx="563184" cy="2093629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9" name="Connector: Elbow 1218">
            <a:extLst>
              <a:ext uri="{FF2B5EF4-FFF2-40B4-BE49-F238E27FC236}">
                <a16:creationId xmlns:a16="http://schemas.microsoft.com/office/drawing/2014/main" id="{B3355579-953A-9D30-C618-67F8C9E02F7F}"/>
              </a:ext>
            </a:extLst>
          </p:cNvPr>
          <p:cNvCxnSpPr>
            <a:stCxn id="41" idx="1"/>
            <a:endCxn id="1095" idx="3"/>
          </p:cNvCxnSpPr>
          <p:nvPr/>
        </p:nvCxnSpPr>
        <p:spPr>
          <a:xfrm rot="10800000">
            <a:off x="4651662" y="1851840"/>
            <a:ext cx="562846" cy="1036853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3" name="Connector: Elbow 1222">
            <a:extLst>
              <a:ext uri="{FF2B5EF4-FFF2-40B4-BE49-F238E27FC236}">
                <a16:creationId xmlns:a16="http://schemas.microsoft.com/office/drawing/2014/main" id="{DF138E04-30BB-A090-DEDA-7F783BEE81BD}"/>
              </a:ext>
            </a:extLst>
          </p:cNvPr>
          <p:cNvCxnSpPr>
            <a:cxnSpLocks/>
            <a:stCxn id="41" idx="1"/>
            <a:endCxn id="1099" idx="3"/>
          </p:cNvCxnSpPr>
          <p:nvPr/>
        </p:nvCxnSpPr>
        <p:spPr>
          <a:xfrm rot="10800000" flipV="1">
            <a:off x="4636012" y="2888691"/>
            <a:ext cx="578496" cy="459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5" name="Connector: Elbow 1224">
            <a:extLst>
              <a:ext uri="{FF2B5EF4-FFF2-40B4-BE49-F238E27FC236}">
                <a16:creationId xmlns:a16="http://schemas.microsoft.com/office/drawing/2014/main" id="{9BAFD8C1-5436-85AD-1043-2AC7C2A0D798}"/>
              </a:ext>
            </a:extLst>
          </p:cNvPr>
          <p:cNvCxnSpPr>
            <a:stCxn id="41" idx="1"/>
            <a:endCxn id="1101" idx="3"/>
          </p:cNvCxnSpPr>
          <p:nvPr/>
        </p:nvCxnSpPr>
        <p:spPr>
          <a:xfrm rot="10800000" flipV="1">
            <a:off x="4651662" y="2888691"/>
            <a:ext cx="562846" cy="107686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7" name="Connector: Elbow 1226">
            <a:extLst>
              <a:ext uri="{FF2B5EF4-FFF2-40B4-BE49-F238E27FC236}">
                <a16:creationId xmlns:a16="http://schemas.microsoft.com/office/drawing/2014/main" id="{06EA4AC8-E552-E92B-BEC3-82408142B7DD}"/>
              </a:ext>
            </a:extLst>
          </p:cNvPr>
          <p:cNvCxnSpPr>
            <a:stCxn id="41" idx="1"/>
            <a:endCxn id="1167" idx="3"/>
          </p:cNvCxnSpPr>
          <p:nvPr/>
        </p:nvCxnSpPr>
        <p:spPr>
          <a:xfrm rot="10800000" flipV="1">
            <a:off x="4651662" y="2888692"/>
            <a:ext cx="562846" cy="2133718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9" name="Connector: Elbow 1228">
            <a:extLst>
              <a:ext uri="{FF2B5EF4-FFF2-40B4-BE49-F238E27FC236}">
                <a16:creationId xmlns:a16="http://schemas.microsoft.com/office/drawing/2014/main" id="{E31E756F-28EC-2014-4D0E-3C98B8089A00}"/>
              </a:ext>
            </a:extLst>
          </p:cNvPr>
          <p:cNvCxnSpPr>
            <a:stCxn id="41" idx="1"/>
            <a:endCxn id="1115" idx="3"/>
          </p:cNvCxnSpPr>
          <p:nvPr/>
        </p:nvCxnSpPr>
        <p:spPr>
          <a:xfrm rot="10800000" flipV="1">
            <a:off x="4651662" y="2888691"/>
            <a:ext cx="562846" cy="3190575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7" name="Connector: Elbow 1236">
            <a:extLst>
              <a:ext uri="{FF2B5EF4-FFF2-40B4-BE49-F238E27FC236}">
                <a16:creationId xmlns:a16="http://schemas.microsoft.com/office/drawing/2014/main" id="{EF4F84F0-DC65-50AD-13ED-B689E675A123}"/>
              </a:ext>
            </a:extLst>
          </p:cNvPr>
          <p:cNvCxnSpPr>
            <a:stCxn id="38" idx="3"/>
            <a:endCxn id="1027" idx="1"/>
          </p:cNvCxnSpPr>
          <p:nvPr/>
        </p:nvCxnSpPr>
        <p:spPr>
          <a:xfrm>
            <a:off x="6977493" y="3967064"/>
            <a:ext cx="562846" cy="694936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9" name="Connector: Elbow 1238">
            <a:extLst>
              <a:ext uri="{FF2B5EF4-FFF2-40B4-BE49-F238E27FC236}">
                <a16:creationId xmlns:a16="http://schemas.microsoft.com/office/drawing/2014/main" id="{BB4C8E1B-FB9B-62A2-9663-637931E963A9}"/>
              </a:ext>
            </a:extLst>
          </p:cNvPr>
          <p:cNvCxnSpPr>
            <a:cxnSpLocks/>
            <a:stCxn id="38" idx="3"/>
            <a:endCxn id="35" idx="1"/>
          </p:cNvCxnSpPr>
          <p:nvPr/>
        </p:nvCxnSpPr>
        <p:spPr>
          <a:xfrm flipV="1">
            <a:off x="6977493" y="3429000"/>
            <a:ext cx="562846" cy="538064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1" name="Connector: Elbow 1240">
            <a:extLst>
              <a:ext uri="{FF2B5EF4-FFF2-40B4-BE49-F238E27FC236}">
                <a16:creationId xmlns:a16="http://schemas.microsoft.com/office/drawing/2014/main" id="{D54EE66E-7991-F495-A4B7-3EE73F4BCB17}"/>
              </a:ext>
            </a:extLst>
          </p:cNvPr>
          <p:cNvCxnSpPr>
            <a:stCxn id="39" idx="1"/>
            <a:endCxn id="1101" idx="3"/>
          </p:cNvCxnSpPr>
          <p:nvPr/>
        </p:nvCxnSpPr>
        <p:spPr>
          <a:xfrm rot="10800000" flipV="1">
            <a:off x="4651662" y="3958653"/>
            <a:ext cx="562846" cy="690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5" name="Connector: Elbow 1244">
            <a:extLst>
              <a:ext uri="{FF2B5EF4-FFF2-40B4-BE49-F238E27FC236}">
                <a16:creationId xmlns:a16="http://schemas.microsoft.com/office/drawing/2014/main" id="{B8F1F159-1670-5227-DF18-383DA0459D5D}"/>
              </a:ext>
            </a:extLst>
          </p:cNvPr>
          <p:cNvCxnSpPr>
            <a:cxnSpLocks/>
            <a:endCxn id="40" idx="3"/>
          </p:cNvCxnSpPr>
          <p:nvPr/>
        </p:nvCxnSpPr>
        <p:spPr>
          <a:xfrm rot="10800000" flipV="1">
            <a:off x="6977493" y="966759"/>
            <a:ext cx="573996" cy="1930057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81BB408E-17A0-4F62-00D5-B92F381F102E}"/>
              </a:ext>
            </a:extLst>
          </p:cNvPr>
          <p:cNvGrpSpPr/>
          <p:nvPr/>
        </p:nvGrpSpPr>
        <p:grpSpPr>
          <a:xfrm>
            <a:off x="5214508" y="2618692"/>
            <a:ext cx="1762985" cy="540000"/>
            <a:chOff x="5214508" y="2618692"/>
            <a:chExt cx="1762985" cy="540000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C646A032-F0F0-F6CF-1019-60E33CEBD617}"/>
                </a:ext>
              </a:extLst>
            </p:cNvPr>
            <p:cNvSpPr/>
            <p:nvPr/>
          </p:nvSpPr>
          <p:spPr>
            <a:xfrm>
              <a:off x="5717493" y="2671817"/>
              <a:ext cx="1260000" cy="45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 dirty="0">
                  <a:solidFill>
                    <a:schemeClr val="tx1"/>
                  </a:solidFill>
                </a:rPr>
                <a:t> Jinx </a:t>
              </a:r>
              <a:r>
                <a:rPr lang="en-GB" sz="900" dirty="0" err="1">
                  <a:solidFill>
                    <a:schemeClr val="tx1"/>
                  </a:solidFill>
                </a:rPr>
                <a:t>De’Caire</a:t>
              </a:r>
              <a:endParaRPr lang="en-GB" sz="900" dirty="0">
                <a:solidFill>
                  <a:schemeClr val="tx1"/>
                </a:solidFill>
              </a:endParaRPr>
            </a:p>
            <a:p>
              <a:r>
                <a:rPr lang="en-GB" sz="800" dirty="0">
                  <a:solidFill>
                    <a:schemeClr val="tx1"/>
                  </a:solidFill>
                </a:rPr>
                <a:t> CEO</a:t>
              </a:r>
            </a:p>
          </p:txBody>
        </p:sp>
        <p:pic>
          <p:nvPicPr>
            <p:cNvPr id="41" name="Picture 2">
              <a:extLst>
                <a:ext uri="{FF2B5EF4-FFF2-40B4-BE49-F238E27FC236}">
                  <a16:creationId xmlns:a16="http://schemas.microsoft.com/office/drawing/2014/main" id="{0C437F64-1D94-B1AF-9A60-0F472137A8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5214508" y="2618692"/>
              <a:ext cx="540000" cy="540000"/>
            </a:xfrm>
            <a:prstGeom prst="rect">
              <a:avLst/>
            </a:prstGeom>
            <a:noFill/>
            <a:ln w="57150">
              <a:solidFill>
                <a:srgbClr val="00B0F0"/>
              </a:solidFill>
            </a:ln>
            <a:effectLst>
              <a:softEdge rad="254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9" name="Picture 2">
            <a:extLst>
              <a:ext uri="{FF2B5EF4-FFF2-40B4-BE49-F238E27FC236}">
                <a16:creationId xmlns:a16="http://schemas.microsoft.com/office/drawing/2014/main" id="{7A0D44AE-D6AA-EE5E-7B03-B90BFE6AFD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14508" y="3688653"/>
            <a:ext cx="540000" cy="540000"/>
          </a:xfrm>
          <a:prstGeom prst="rect">
            <a:avLst/>
          </a:prstGeom>
          <a:noFill/>
          <a:ln w="57150">
            <a:solidFill>
              <a:srgbClr val="00B0F0"/>
            </a:solidFill>
          </a:ln>
          <a:effectLst>
            <a:softEdge rad="25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A3BDB7C-0F56-FED4-84F9-F51E6BE5899C}"/>
              </a:ext>
            </a:extLst>
          </p:cNvPr>
          <p:cNvSpPr/>
          <p:nvPr/>
        </p:nvSpPr>
        <p:spPr>
          <a:xfrm>
            <a:off x="8043324" y="1979125"/>
            <a:ext cx="1260000" cy="450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900" dirty="0">
                <a:solidFill>
                  <a:schemeClr val="tx1"/>
                </a:solidFill>
              </a:rPr>
              <a:t> Professor Push</a:t>
            </a:r>
          </a:p>
          <a:p>
            <a:r>
              <a:rPr lang="en-GB" sz="800" dirty="0">
                <a:solidFill>
                  <a:schemeClr val="tx1"/>
                </a:solidFill>
              </a:rPr>
              <a:t> Diplomacy Director</a:t>
            </a:r>
          </a:p>
        </p:txBody>
      </p:sp>
      <p:pic>
        <p:nvPicPr>
          <p:cNvPr id="33" name="Picture 2">
            <a:extLst>
              <a:ext uri="{FF2B5EF4-FFF2-40B4-BE49-F238E27FC236}">
                <a16:creationId xmlns:a16="http://schemas.microsoft.com/office/drawing/2014/main" id="{07A9909F-038B-99EB-8AA2-99B558F51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540339" y="1926000"/>
            <a:ext cx="540000" cy="540000"/>
          </a:xfrm>
          <a:prstGeom prst="rect">
            <a:avLst/>
          </a:prstGeom>
          <a:noFill/>
          <a:ln w="57150">
            <a:solidFill>
              <a:srgbClr val="00B0F0"/>
            </a:solidFill>
          </a:ln>
          <a:effectLst>
            <a:softEdge rad="25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3F73BAE9-9D4E-6AA8-C2CB-3FCD460E3DD0}"/>
              </a:ext>
            </a:extLst>
          </p:cNvPr>
          <p:cNvGrpSpPr/>
          <p:nvPr/>
        </p:nvGrpSpPr>
        <p:grpSpPr>
          <a:xfrm>
            <a:off x="7540339" y="4392000"/>
            <a:ext cx="1762985" cy="540000"/>
            <a:chOff x="7540339" y="4744285"/>
            <a:chExt cx="1762985" cy="540000"/>
          </a:xfrm>
        </p:grpSpPr>
        <p:sp>
          <p:nvSpPr>
            <p:cNvPr id="1025" name="Rectangle: Rounded Corners 1024">
              <a:extLst>
                <a:ext uri="{FF2B5EF4-FFF2-40B4-BE49-F238E27FC236}">
                  <a16:creationId xmlns:a16="http://schemas.microsoft.com/office/drawing/2014/main" id="{F6BD9AC0-91B2-2C24-59BF-C1F7AFBDE781}"/>
                </a:ext>
              </a:extLst>
            </p:cNvPr>
            <p:cNvSpPr/>
            <p:nvPr/>
          </p:nvSpPr>
          <p:spPr>
            <a:xfrm>
              <a:off x="8043324" y="4797410"/>
              <a:ext cx="1260000" cy="45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 dirty="0">
                  <a:solidFill>
                    <a:schemeClr val="tx1"/>
                  </a:solidFill>
                </a:rPr>
                <a:t> Shattered Armer</a:t>
              </a:r>
            </a:p>
            <a:p>
              <a:r>
                <a:rPr lang="en-GB" sz="800" dirty="0">
                  <a:solidFill>
                    <a:schemeClr val="tx1"/>
                  </a:solidFill>
                </a:rPr>
                <a:t> Military Director</a:t>
              </a:r>
            </a:p>
          </p:txBody>
        </p:sp>
        <p:pic>
          <p:nvPicPr>
            <p:cNvPr id="1027" name="Picture 2">
              <a:extLst>
                <a:ext uri="{FF2B5EF4-FFF2-40B4-BE49-F238E27FC236}">
                  <a16:creationId xmlns:a16="http://schemas.microsoft.com/office/drawing/2014/main" id="{99324E38-4959-F867-83B9-D4AE4F7E7F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7540339" y="4744285"/>
              <a:ext cx="540000" cy="540000"/>
            </a:xfrm>
            <a:prstGeom prst="rect">
              <a:avLst/>
            </a:prstGeom>
            <a:noFill/>
            <a:ln w="57150">
              <a:solidFill>
                <a:srgbClr val="00B0F0"/>
              </a:solidFill>
            </a:ln>
            <a:effectLst>
              <a:softEdge rad="254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BA7BE8B-7308-5E75-CDAB-13DC10DE0C3D}"/>
              </a:ext>
            </a:extLst>
          </p:cNvPr>
          <p:cNvSpPr/>
          <p:nvPr/>
        </p:nvSpPr>
        <p:spPr>
          <a:xfrm>
            <a:off x="8043324" y="3212125"/>
            <a:ext cx="1260000" cy="450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tx1"/>
                </a:solidFill>
              </a:rPr>
              <a:t> </a:t>
            </a:r>
            <a:r>
              <a:rPr lang="en-GB" sz="1000" dirty="0" err="1">
                <a:solidFill>
                  <a:schemeClr val="tx1"/>
                </a:solidFill>
              </a:rPr>
              <a:t>Combus</a:t>
            </a:r>
            <a:r>
              <a:rPr lang="en-GB" sz="1000" dirty="0">
                <a:solidFill>
                  <a:schemeClr val="tx1"/>
                </a:solidFill>
              </a:rPr>
              <a:t> Tyan</a:t>
            </a:r>
          </a:p>
          <a:p>
            <a:r>
              <a:rPr lang="en-GB" sz="900" dirty="0">
                <a:solidFill>
                  <a:schemeClr val="tx1"/>
                </a:solidFill>
              </a:rPr>
              <a:t> Classiness Director</a:t>
            </a:r>
          </a:p>
        </p:txBody>
      </p:sp>
      <p:pic>
        <p:nvPicPr>
          <p:cNvPr id="35" name="Picture 2">
            <a:extLst>
              <a:ext uri="{FF2B5EF4-FFF2-40B4-BE49-F238E27FC236}">
                <a16:creationId xmlns:a16="http://schemas.microsoft.com/office/drawing/2014/main" id="{A33D995E-F68D-801A-7469-951294696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540339" y="3159000"/>
            <a:ext cx="540000" cy="540000"/>
          </a:xfrm>
          <a:prstGeom prst="rect">
            <a:avLst/>
          </a:prstGeom>
          <a:noFill/>
          <a:ln w="57150">
            <a:solidFill>
              <a:srgbClr val="00B0F0"/>
            </a:solidFill>
          </a:ln>
          <a:effectLst>
            <a:softEdge rad="25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50" name="Group 1049">
            <a:extLst>
              <a:ext uri="{FF2B5EF4-FFF2-40B4-BE49-F238E27FC236}">
                <a16:creationId xmlns:a16="http://schemas.microsoft.com/office/drawing/2014/main" id="{7531850E-086B-0D9C-6E2E-915D7D8D9736}"/>
              </a:ext>
            </a:extLst>
          </p:cNvPr>
          <p:cNvGrpSpPr/>
          <p:nvPr/>
        </p:nvGrpSpPr>
        <p:grpSpPr>
          <a:xfrm>
            <a:off x="9835505" y="4615371"/>
            <a:ext cx="1762985" cy="540000"/>
            <a:chOff x="9835505" y="5300225"/>
            <a:chExt cx="1762985" cy="540000"/>
          </a:xfrm>
        </p:grpSpPr>
        <p:sp>
          <p:nvSpPr>
            <p:cNvPr id="1033" name="Rectangle: Rounded Corners 1032">
              <a:extLst>
                <a:ext uri="{FF2B5EF4-FFF2-40B4-BE49-F238E27FC236}">
                  <a16:creationId xmlns:a16="http://schemas.microsoft.com/office/drawing/2014/main" id="{A42CEE19-006A-1853-9646-398F47AE6648}"/>
                </a:ext>
              </a:extLst>
            </p:cNvPr>
            <p:cNvSpPr/>
            <p:nvPr/>
          </p:nvSpPr>
          <p:spPr>
            <a:xfrm>
              <a:off x="10338490" y="5353350"/>
              <a:ext cx="1260000" cy="45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 dirty="0">
                  <a:solidFill>
                    <a:schemeClr val="tx1"/>
                  </a:solidFill>
                </a:rPr>
                <a:t> El </a:t>
              </a:r>
              <a:r>
                <a:rPr lang="en-GB" sz="900" dirty="0" err="1">
                  <a:solidFill>
                    <a:schemeClr val="tx1"/>
                  </a:solidFill>
                </a:rPr>
                <a:t>Profii</a:t>
              </a:r>
              <a:endParaRPr lang="en-GB" sz="900" dirty="0">
                <a:solidFill>
                  <a:schemeClr val="tx1"/>
                </a:solidFill>
              </a:endParaRPr>
            </a:p>
            <a:p>
              <a:r>
                <a:rPr lang="en-GB" sz="800" dirty="0">
                  <a:solidFill>
                    <a:schemeClr val="tx1"/>
                  </a:solidFill>
                </a:rPr>
                <a:t> </a:t>
              </a:r>
              <a:r>
                <a:rPr lang="en-GB" sz="900" dirty="0">
                  <a:solidFill>
                    <a:schemeClr val="tx1"/>
                  </a:solidFill>
                </a:rPr>
                <a:t>Chief of Staff</a:t>
              </a:r>
              <a:endParaRPr lang="en-GB" sz="800" dirty="0">
                <a:solidFill>
                  <a:schemeClr val="tx1"/>
                </a:solidFill>
              </a:endParaRPr>
            </a:p>
          </p:txBody>
        </p:sp>
        <p:pic>
          <p:nvPicPr>
            <p:cNvPr id="1034" name="Picture 2">
              <a:extLst>
                <a:ext uri="{FF2B5EF4-FFF2-40B4-BE49-F238E27FC236}">
                  <a16:creationId xmlns:a16="http://schemas.microsoft.com/office/drawing/2014/main" id="{AEDC32B1-147B-6AC6-ECCA-05563D4BAB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9835505" y="5300225"/>
              <a:ext cx="540000" cy="540000"/>
            </a:xfrm>
            <a:prstGeom prst="rect">
              <a:avLst/>
            </a:prstGeom>
            <a:noFill/>
            <a:ln w="57150">
              <a:solidFill>
                <a:srgbClr val="00B0F0"/>
              </a:solidFill>
            </a:ln>
            <a:effectLst>
              <a:softEdge rad="254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49" name="Group 1048">
            <a:extLst>
              <a:ext uri="{FF2B5EF4-FFF2-40B4-BE49-F238E27FC236}">
                <a16:creationId xmlns:a16="http://schemas.microsoft.com/office/drawing/2014/main" id="{8E17D57E-366E-21A8-49CE-075EA75A9E66}"/>
              </a:ext>
            </a:extLst>
          </p:cNvPr>
          <p:cNvGrpSpPr/>
          <p:nvPr/>
        </p:nvGrpSpPr>
        <p:grpSpPr>
          <a:xfrm>
            <a:off x="9835504" y="3633494"/>
            <a:ext cx="1762985" cy="540000"/>
            <a:chOff x="9835504" y="4316515"/>
            <a:chExt cx="1762985" cy="540000"/>
          </a:xfrm>
        </p:grpSpPr>
        <p:sp>
          <p:nvSpPr>
            <p:cNvPr id="1173" name="Rectangle: Rounded Corners 1172">
              <a:extLst>
                <a:ext uri="{FF2B5EF4-FFF2-40B4-BE49-F238E27FC236}">
                  <a16:creationId xmlns:a16="http://schemas.microsoft.com/office/drawing/2014/main" id="{1CC52103-6543-B44B-63F0-6F310E022D07}"/>
                </a:ext>
              </a:extLst>
            </p:cNvPr>
            <p:cNvSpPr/>
            <p:nvPr/>
          </p:nvSpPr>
          <p:spPr>
            <a:xfrm>
              <a:off x="10338489" y="4369640"/>
              <a:ext cx="1260000" cy="45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 dirty="0">
                  <a:solidFill>
                    <a:schemeClr val="tx1"/>
                  </a:solidFill>
                </a:rPr>
                <a:t> Kel </a:t>
              </a:r>
              <a:r>
                <a:rPr lang="en-GB" sz="900" dirty="0" err="1">
                  <a:solidFill>
                    <a:schemeClr val="tx1"/>
                  </a:solidFill>
                </a:rPr>
                <a:t>Drosto</a:t>
              </a:r>
              <a:endParaRPr lang="en-GB" sz="900" dirty="0">
                <a:solidFill>
                  <a:schemeClr val="tx1"/>
                </a:solidFill>
              </a:endParaRPr>
            </a:p>
            <a:p>
              <a:r>
                <a:rPr lang="en-GB" sz="900" dirty="0">
                  <a:solidFill>
                    <a:schemeClr val="tx1"/>
                  </a:solidFill>
                </a:rPr>
                <a:t> </a:t>
              </a:r>
              <a:r>
                <a:rPr lang="en-GB" sz="700" dirty="0">
                  <a:solidFill>
                    <a:schemeClr val="tx1"/>
                  </a:solidFill>
                </a:rPr>
                <a:t>Military 2IC</a:t>
              </a:r>
            </a:p>
          </p:txBody>
        </p:sp>
        <p:pic>
          <p:nvPicPr>
            <p:cNvPr id="1174" name="Picture 2">
              <a:extLst>
                <a:ext uri="{FF2B5EF4-FFF2-40B4-BE49-F238E27FC236}">
                  <a16:creationId xmlns:a16="http://schemas.microsoft.com/office/drawing/2014/main" id="{BE93E1CB-6ECC-864B-3AF0-40247DD813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9835504" y="4316515"/>
              <a:ext cx="540000" cy="540000"/>
            </a:xfrm>
            <a:prstGeom prst="rect">
              <a:avLst/>
            </a:prstGeom>
            <a:noFill/>
            <a:ln w="57150">
              <a:solidFill>
                <a:srgbClr val="00B0F0"/>
              </a:solidFill>
            </a:ln>
            <a:effectLst>
              <a:softEdge rad="254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52" name="Group 1051">
            <a:extLst>
              <a:ext uri="{FF2B5EF4-FFF2-40B4-BE49-F238E27FC236}">
                <a16:creationId xmlns:a16="http://schemas.microsoft.com/office/drawing/2014/main" id="{56D7477A-6D62-9A18-2847-EA50CB0B6184}"/>
              </a:ext>
            </a:extLst>
          </p:cNvPr>
          <p:cNvGrpSpPr/>
          <p:nvPr/>
        </p:nvGrpSpPr>
        <p:grpSpPr>
          <a:xfrm>
            <a:off x="9841856" y="5597247"/>
            <a:ext cx="1762985" cy="540000"/>
            <a:chOff x="9841856" y="6316459"/>
            <a:chExt cx="1762985" cy="540000"/>
          </a:xfrm>
        </p:grpSpPr>
        <p:sp>
          <p:nvSpPr>
            <p:cNvPr id="1035" name="Rectangle: Rounded Corners 1034">
              <a:extLst>
                <a:ext uri="{FF2B5EF4-FFF2-40B4-BE49-F238E27FC236}">
                  <a16:creationId xmlns:a16="http://schemas.microsoft.com/office/drawing/2014/main" id="{B0CA2A93-85AB-0EEA-8167-B370BABD855B}"/>
                </a:ext>
              </a:extLst>
            </p:cNvPr>
            <p:cNvSpPr/>
            <p:nvPr/>
          </p:nvSpPr>
          <p:spPr>
            <a:xfrm>
              <a:off x="10344841" y="6369584"/>
              <a:ext cx="1260000" cy="45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 dirty="0">
                  <a:solidFill>
                    <a:schemeClr val="tx1"/>
                  </a:solidFill>
                </a:rPr>
                <a:t> Lara </a:t>
              </a:r>
              <a:r>
                <a:rPr lang="en-GB" sz="900" dirty="0" err="1">
                  <a:solidFill>
                    <a:schemeClr val="tx1"/>
                  </a:solidFill>
                </a:rPr>
                <a:t>Bashadi</a:t>
              </a:r>
              <a:endParaRPr lang="en-GB" sz="900" dirty="0">
                <a:solidFill>
                  <a:schemeClr val="tx1"/>
                </a:solidFill>
              </a:endParaRPr>
            </a:p>
            <a:p>
              <a:r>
                <a:rPr lang="en-GB" sz="1050" dirty="0">
                  <a:solidFill>
                    <a:schemeClr val="tx1"/>
                  </a:solidFill>
                </a:rPr>
                <a:t> </a:t>
              </a:r>
              <a:r>
                <a:rPr lang="en-GB" sz="900" dirty="0">
                  <a:solidFill>
                    <a:schemeClr val="tx1"/>
                  </a:solidFill>
                </a:rPr>
                <a:t>Recon</a:t>
              </a:r>
            </a:p>
          </p:txBody>
        </p:sp>
        <p:pic>
          <p:nvPicPr>
            <p:cNvPr id="1036" name="Picture 2">
              <a:extLst>
                <a:ext uri="{FF2B5EF4-FFF2-40B4-BE49-F238E27FC236}">
                  <a16:creationId xmlns:a16="http://schemas.microsoft.com/office/drawing/2014/main" id="{3283F5A4-2759-556D-36F8-308361FC72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9841856" y="6316459"/>
              <a:ext cx="540000" cy="540000"/>
            </a:xfrm>
            <a:prstGeom prst="rect">
              <a:avLst/>
            </a:prstGeom>
            <a:noFill/>
            <a:ln w="57150">
              <a:solidFill>
                <a:srgbClr val="00B0F0"/>
              </a:solidFill>
            </a:ln>
            <a:effectLst>
              <a:softEdge rad="254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E4F32CE8-0E2C-E303-3C36-D11EDACF3AAA}"/>
              </a:ext>
            </a:extLst>
          </p:cNvPr>
          <p:cNvGrpSpPr/>
          <p:nvPr/>
        </p:nvGrpSpPr>
        <p:grpSpPr>
          <a:xfrm>
            <a:off x="2888677" y="5801142"/>
            <a:ext cx="1762985" cy="540000"/>
            <a:chOff x="2888677" y="5933250"/>
            <a:chExt cx="1762985" cy="540000"/>
          </a:xfrm>
        </p:grpSpPr>
        <p:sp>
          <p:nvSpPr>
            <p:cNvPr id="1115" name="Rectangle: Rounded Corners 1114">
              <a:extLst>
                <a:ext uri="{FF2B5EF4-FFF2-40B4-BE49-F238E27FC236}">
                  <a16:creationId xmlns:a16="http://schemas.microsoft.com/office/drawing/2014/main" id="{348DBEBB-D313-01BD-E1F9-AE469502C41C}"/>
                </a:ext>
              </a:extLst>
            </p:cNvPr>
            <p:cNvSpPr/>
            <p:nvPr/>
          </p:nvSpPr>
          <p:spPr>
            <a:xfrm>
              <a:off x="3391662" y="5986375"/>
              <a:ext cx="1260000" cy="45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 dirty="0">
                  <a:solidFill>
                    <a:schemeClr val="tx1"/>
                  </a:solidFill>
                </a:rPr>
                <a:t> Kane Carnifex</a:t>
              </a:r>
            </a:p>
            <a:p>
              <a:r>
                <a:rPr lang="en-GB" sz="800" dirty="0">
                  <a:solidFill>
                    <a:schemeClr val="tx1"/>
                  </a:solidFill>
                </a:rPr>
                <a:t> Shenanigans Director</a:t>
              </a:r>
              <a:endParaRPr lang="en-GB" sz="900" dirty="0">
                <a:solidFill>
                  <a:schemeClr val="tx1"/>
                </a:solidFill>
              </a:endParaRPr>
            </a:p>
          </p:txBody>
        </p:sp>
        <p:pic>
          <p:nvPicPr>
            <p:cNvPr id="1116" name="Picture 2">
              <a:extLst>
                <a:ext uri="{FF2B5EF4-FFF2-40B4-BE49-F238E27FC236}">
                  <a16:creationId xmlns:a16="http://schemas.microsoft.com/office/drawing/2014/main" id="{68C5ABA6-C6E6-0A4C-2510-8C57579DC2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2888677" y="5933250"/>
              <a:ext cx="540000" cy="540000"/>
            </a:xfrm>
            <a:prstGeom prst="rect">
              <a:avLst/>
            </a:prstGeom>
            <a:noFill/>
            <a:ln w="57150">
              <a:solidFill>
                <a:srgbClr val="00B0F0"/>
              </a:solidFill>
            </a:ln>
            <a:effectLst>
              <a:softEdge rad="254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263" name="Connector: Elbow 1262">
            <a:extLst>
              <a:ext uri="{FF2B5EF4-FFF2-40B4-BE49-F238E27FC236}">
                <a16:creationId xmlns:a16="http://schemas.microsoft.com/office/drawing/2014/main" id="{DBFD9946-152D-128D-1EF8-9CD79B8CAC0C}"/>
              </a:ext>
            </a:extLst>
          </p:cNvPr>
          <p:cNvCxnSpPr>
            <a:cxnSpLocks/>
            <a:stCxn id="1272" idx="1"/>
            <a:endCxn id="1151" idx="3"/>
          </p:cNvCxnSpPr>
          <p:nvPr/>
        </p:nvCxnSpPr>
        <p:spPr>
          <a:xfrm rot="10800000" flipV="1">
            <a:off x="2294502" y="786857"/>
            <a:ext cx="582287" cy="1064982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AB2846DE-3C76-9B4B-5537-F3D0101F12DA}"/>
              </a:ext>
            </a:extLst>
          </p:cNvPr>
          <p:cNvGrpSpPr/>
          <p:nvPr/>
        </p:nvGrpSpPr>
        <p:grpSpPr>
          <a:xfrm>
            <a:off x="2876788" y="516857"/>
            <a:ext cx="1774536" cy="540000"/>
            <a:chOff x="2876788" y="384669"/>
            <a:chExt cx="1774536" cy="540000"/>
          </a:xfrm>
        </p:grpSpPr>
        <p:sp>
          <p:nvSpPr>
            <p:cNvPr id="1093" name="Rectangle: Rounded Corners 1092">
              <a:extLst>
                <a:ext uri="{FF2B5EF4-FFF2-40B4-BE49-F238E27FC236}">
                  <a16:creationId xmlns:a16="http://schemas.microsoft.com/office/drawing/2014/main" id="{58E8AB26-7F99-6A18-9BFC-14B50C17FC06}"/>
                </a:ext>
              </a:extLst>
            </p:cNvPr>
            <p:cNvSpPr/>
            <p:nvPr/>
          </p:nvSpPr>
          <p:spPr>
            <a:xfrm>
              <a:off x="3391324" y="437875"/>
              <a:ext cx="1260000" cy="45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 dirty="0" err="1">
                  <a:solidFill>
                    <a:schemeClr val="tx1"/>
                  </a:solidFill>
                </a:rPr>
                <a:t>Yondu</a:t>
              </a:r>
              <a:r>
                <a:rPr lang="en-GB" sz="900" dirty="0">
                  <a:solidFill>
                    <a:schemeClr val="tx1"/>
                  </a:solidFill>
                </a:rPr>
                <a:t> Quill</a:t>
              </a:r>
            </a:p>
            <a:p>
              <a:r>
                <a:rPr lang="en-GB" sz="900" dirty="0">
                  <a:solidFill>
                    <a:schemeClr val="tx1"/>
                  </a:solidFill>
                </a:rPr>
                <a:t>Finance Director</a:t>
              </a:r>
            </a:p>
          </p:txBody>
        </p:sp>
        <p:pic>
          <p:nvPicPr>
            <p:cNvPr id="1272" name="Picture 2">
              <a:extLst>
                <a:ext uri="{FF2B5EF4-FFF2-40B4-BE49-F238E27FC236}">
                  <a16:creationId xmlns:a16="http://schemas.microsoft.com/office/drawing/2014/main" id="{E06FEDE1-A8C9-202C-996F-36B34474C9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2876788" y="384669"/>
              <a:ext cx="526500" cy="540000"/>
            </a:xfrm>
            <a:prstGeom prst="rect">
              <a:avLst/>
            </a:prstGeom>
            <a:noFill/>
            <a:ln w="57150">
              <a:solidFill>
                <a:srgbClr val="00B0F0"/>
              </a:solidFill>
            </a:ln>
            <a:effectLst>
              <a:softEdge rad="254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C49F6E4E-3B43-F6A6-21E7-6DB9B60A4175}"/>
              </a:ext>
            </a:extLst>
          </p:cNvPr>
          <p:cNvGrpSpPr/>
          <p:nvPr/>
        </p:nvGrpSpPr>
        <p:grpSpPr>
          <a:xfrm>
            <a:off x="7528182" y="5625000"/>
            <a:ext cx="1775142" cy="540000"/>
            <a:chOff x="7528182" y="5808429"/>
            <a:chExt cx="1775142" cy="540000"/>
          </a:xfrm>
        </p:grpSpPr>
        <p:sp>
          <p:nvSpPr>
            <p:cNvPr id="1029" name="Rectangle: Rounded Corners 1028">
              <a:extLst>
                <a:ext uri="{FF2B5EF4-FFF2-40B4-BE49-F238E27FC236}">
                  <a16:creationId xmlns:a16="http://schemas.microsoft.com/office/drawing/2014/main" id="{284D8259-79DA-8402-D0A0-1A199141A0D6}"/>
                </a:ext>
              </a:extLst>
            </p:cNvPr>
            <p:cNvSpPr/>
            <p:nvPr/>
          </p:nvSpPr>
          <p:spPr>
            <a:xfrm>
              <a:off x="8043324" y="5854267"/>
              <a:ext cx="1260000" cy="45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 dirty="0">
                  <a:solidFill>
                    <a:schemeClr val="tx1"/>
                  </a:solidFill>
                </a:rPr>
                <a:t> Jana Halley</a:t>
              </a:r>
            </a:p>
            <a:p>
              <a:r>
                <a:rPr lang="en-GB" sz="800" dirty="0">
                  <a:solidFill>
                    <a:schemeClr val="tx1"/>
                  </a:solidFill>
                </a:rPr>
                <a:t> Dojo Director</a:t>
              </a:r>
            </a:p>
          </p:txBody>
        </p:sp>
        <p:pic>
          <p:nvPicPr>
            <p:cNvPr id="1031" name="Picture 2">
              <a:extLst>
                <a:ext uri="{FF2B5EF4-FFF2-40B4-BE49-F238E27FC236}">
                  <a16:creationId xmlns:a16="http://schemas.microsoft.com/office/drawing/2014/main" id="{4591A3F8-5CD3-4211-75E9-3FE39FAB51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7528182" y="5808429"/>
              <a:ext cx="540000" cy="540000"/>
            </a:xfrm>
            <a:prstGeom prst="rect">
              <a:avLst/>
            </a:prstGeom>
            <a:noFill/>
            <a:ln w="57150">
              <a:solidFill>
                <a:srgbClr val="00B0F0"/>
              </a:solidFill>
            </a:ln>
            <a:effectLst>
              <a:softEdge rad="254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277AC75-002E-7288-625C-805BC2ADB493}"/>
              </a:ext>
            </a:extLst>
          </p:cNvPr>
          <p:cNvGrpSpPr/>
          <p:nvPr/>
        </p:nvGrpSpPr>
        <p:grpSpPr>
          <a:xfrm>
            <a:off x="2888677" y="3687428"/>
            <a:ext cx="1762985" cy="540000"/>
            <a:chOff x="2888677" y="4083750"/>
            <a:chExt cx="1762985" cy="540000"/>
          </a:xfrm>
        </p:grpSpPr>
        <p:sp>
          <p:nvSpPr>
            <p:cNvPr id="1101" name="Rectangle: Rounded Corners 1100">
              <a:extLst>
                <a:ext uri="{FF2B5EF4-FFF2-40B4-BE49-F238E27FC236}">
                  <a16:creationId xmlns:a16="http://schemas.microsoft.com/office/drawing/2014/main" id="{E2489F35-0F0C-58D1-753C-8171D8763AC2}"/>
                </a:ext>
              </a:extLst>
            </p:cNvPr>
            <p:cNvSpPr/>
            <p:nvPr/>
          </p:nvSpPr>
          <p:spPr>
            <a:xfrm>
              <a:off x="3391662" y="4136875"/>
              <a:ext cx="1260000" cy="45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 dirty="0">
                  <a:solidFill>
                    <a:schemeClr val="tx1"/>
                  </a:solidFill>
                </a:rPr>
                <a:t> </a:t>
              </a:r>
              <a:r>
                <a:rPr lang="en-GB" sz="900" dirty="0" err="1">
                  <a:solidFill>
                    <a:schemeClr val="tx1"/>
                  </a:solidFill>
                </a:rPr>
                <a:t>Aernir</a:t>
              </a:r>
              <a:r>
                <a:rPr lang="en-GB" sz="900" dirty="0">
                  <a:solidFill>
                    <a:schemeClr val="tx1"/>
                  </a:solidFill>
                </a:rPr>
                <a:t> Ridley</a:t>
              </a:r>
            </a:p>
            <a:p>
              <a:r>
                <a:rPr lang="en-GB" sz="800" dirty="0">
                  <a:solidFill>
                    <a:schemeClr val="tx1"/>
                  </a:solidFill>
                </a:rPr>
                <a:t> </a:t>
              </a:r>
              <a:r>
                <a:rPr lang="en-GB" sz="900" dirty="0">
                  <a:solidFill>
                    <a:schemeClr val="tx1"/>
                  </a:solidFill>
                </a:rPr>
                <a:t>IT Director</a:t>
              </a:r>
            </a:p>
          </p:txBody>
        </p:sp>
        <p:pic>
          <p:nvPicPr>
            <p:cNvPr id="1102" name="Picture 2">
              <a:extLst>
                <a:ext uri="{FF2B5EF4-FFF2-40B4-BE49-F238E27FC236}">
                  <a16:creationId xmlns:a16="http://schemas.microsoft.com/office/drawing/2014/main" id="{3327C934-5618-E9DF-A2E3-E550E7C16A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2888677" y="4083750"/>
              <a:ext cx="540000" cy="540000"/>
            </a:xfrm>
            <a:prstGeom prst="rect">
              <a:avLst/>
            </a:prstGeom>
            <a:noFill/>
            <a:ln w="57150">
              <a:solidFill>
                <a:srgbClr val="00B0F0"/>
              </a:solidFill>
            </a:ln>
            <a:effectLst>
              <a:softEdge rad="254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47" name="Group 1046">
            <a:extLst>
              <a:ext uri="{FF2B5EF4-FFF2-40B4-BE49-F238E27FC236}">
                <a16:creationId xmlns:a16="http://schemas.microsoft.com/office/drawing/2014/main" id="{BA313CDC-7804-0156-CC33-5B73388D70C0}"/>
              </a:ext>
            </a:extLst>
          </p:cNvPr>
          <p:cNvGrpSpPr/>
          <p:nvPr/>
        </p:nvGrpSpPr>
        <p:grpSpPr>
          <a:xfrm>
            <a:off x="9866622" y="687863"/>
            <a:ext cx="1762703" cy="540000"/>
            <a:chOff x="9866622" y="512503"/>
            <a:chExt cx="1762703" cy="540000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B3BC2BEF-6370-5F98-C892-D4C71DDBE989}"/>
                </a:ext>
              </a:extLst>
            </p:cNvPr>
            <p:cNvSpPr/>
            <p:nvPr/>
          </p:nvSpPr>
          <p:spPr>
            <a:xfrm>
              <a:off x="10369325" y="545752"/>
              <a:ext cx="1260000" cy="45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 dirty="0">
                  <a:solidFill>
                    <a:schemeClr val="tx1"/>
                  </a:solidFill>
                </a:rPr>
                <a:t> Sam  Tavers</a:t>
              </a:r>
            </a:p>
            <a:p>
              <a:r>
                <a:rPr lang="en-GB" sz="900" dirty="0">
                  <a:solidFill>
                    <a:schemeClr val="tx1"/>
                  </a:solidFill>
                </a:rPr>
                <a:t> Recruitment 2IC</a:t>
              </a:r>
              <a:br>
                <a:rPr lang="en-GB" sz="900" dirty="0">
                  <a:solidFill>
                    <a:schemeClr val="tx1"/>
                  </a:solidFill>
                </a:rPr>
              </a:br>
              <a:r>
                <a:rPr lang="en-GB" sz="900" dirty="0">
                  <a:solidFill>
                    <a:schemeClr val="tx1"/>
                  </a:solidFill>
                </a:rPr>
                <a:t> </a:t>
              </a:r>
              <a:r>
                <a:rPr lang="en-GB" sz="800" dirty="0">
                  <a:solidFill>
                    <a:schemeClr val="tx1"/>
                  </a:solidFill>
                </a:rPr>
                <a:t>and Corp Coordination</a:t>
              </a:r>
              <a:endParaRPr lang="en-GB" sz="900" dirty="0">
                <a:solidFill>
                  <a:schemeClr val="tx1"/>
                </a:solidFill>
              </a:endParaRPr>
            </a:p>
          </p:txBody>
        </p:sp>
        <p:pic>
          <p:nvPicPr>
            <p:cNvPr id="1280" name="Picture 2">
              <a:extLst>
                <a:ext uri="{FF2B5EF4-FFF2-40B4-BE49-F238E27FC236}">
                  <a16:creationId xmlns:a16="http://schemas.microsoft.com/office/drawing/2014/main" id="{D5B7C62B-F64A-84C6-7498-C529FEB5F9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9866622" y="512503"/>
              <a:ext cx="540000" cy="540000"/>
            </a:xfrm>
            <a:prstGeom prst="rect">
              <a:avLst/>
            </a:prstGeom>
            <a:noFill/>
            <a:ln w="57150">
              <a:solidFill>
                <a:srgbClr val="00B0F0"/>
              </a:solidFill>
            </a:ln>
            <a:effectLst>
              <a:softEdge rad="254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57" name="Rectangle: Rounded Corners 1156">
            <a:extLst>
              <a:ext uri="{FF2B5EF4-FFF2-40B4-BE49-F238E27FC236}">
                <a16:creationId xmlns:a16="http://schemas.microsoft.com/office/drawing/2014/main" id="{0A86FAEE-5D2A-2859-AFB3-D6B499E83604}"/>
              </a:ext>
            </a:extLst>
          </p:cNvPr>
          <p:cNvSpPr/>
          <p:nvPr/>
        </p:nvSpPr>
        <p:spPr>
          <a:xfrm>
            <a:off x="1034501" y="561196"/>
            <a:ext cx="1260000" cy="450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900" dirty="0">
                <a:solidFill>
                  <a:schemeClr val="tx1"/>
                </a:solidFill>
              </a:rPr>
              <a:t> </a:t>
            </a:r>
            <a:r>
              <a:rPr lang="en-GB" sz="900" dirty="0" err="1">
                <a:solidFill>
                  <a:schemeClr val="tx1"/>
                </a:solidFill>
              </a:rPr>
              <a:t>Dujek</a:t>
            </a:r>
            <a:r>
              <a:rPr lang="en-GB" sz="900" dirty="0">
                <a:solidFill>
                  <a:schemeClr val="tx1"/>
                </a:solidFill>
              </a:rPr>
              <a:t> </a:t>
            </a:r>
            <a:r>
              <a:rPr lang="en-GB" sz="900" dirty="0" err="1">
                <a:solidFill>
                  <a:schemeClr val="tx1"/>
                </a:solidFill>
              </a:rPr>
              <a:t>Oneye</a:t>
            </a:r>
            <a:endParaRPr lang="en-GB" sz="900" dirty="0">
              <a:solidFill>
                <a:schemeClr val="tx1"/>
              </a:solidFill>
            </a:endParaRPr>
          </a:p>
          <a:p>
            <a:r>
              <a:rPr lang="en-GB" sz="800" dirty="0">
                <a:solidFill>
                  <a:schemeClr val="tx1"/>
                </a:solidFill>
              </a:rPr>
              <a:t> </a:t>
            </a:r>
            <a:r>
              <a:rPr lang="en-GB" sz="900" dirty="0">
                <a:solidFill>
                  <a:schemeClr val="tx1"/>
                </a:solidFill>
              </a:rPr>
              <a:t>SRP</a:t>
            </a:r>
            <a:endParaRPr lang="en-GB" sz="700" dirty="0">
              <a:solidFill>
                <a:schemeClr val="tx1"/>
              </a:solidFill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B95344A4-B8C2-6919-6BA2-0CA3D028B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32366" y="506583"/>
            <a:ext cx="540000" cy="540000"/>
          </a:xfrm>
          <a:prstGeom prst="rect">
            <a:avLst/>
          </a:prstGeom>
          <a:noFill/>
          <a:ln w="57150">
            <a:solidFill>
              <a:srgbClr val="00B0F0"/>
            </a:solidFill>
          </a:ln>
          <a:effectLst>
            <a:softEdge rad="25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72259DDD-4325-46D8-0D17-DF8902DF948D}"/>
              </a:ext>
            </a:extLst>
          </p:cNvPr>
          <p:cNvSpPr/>
          <p:nvPr/>
        </p:nvSpPr>
        <p:spPr>
          <a:xfrm>
            <a:off x="1065831" y="4801568"/>
            <a:ext cx="1260000" cy="450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900" dirty="0">
                <a:solidFill>
                  <a:schemeClr val="tx1"/>
                </a:solidFill>
              </a:rPr>
              <a:t> </a:t>
            </a:r>
            <a:r>
              <a:rPr lang="en-GB" sz="900" dirty="0" err="1">
                <a:solidFill>
                  <a:schemeClr val="tx1"/>
                </a:solidFill>
              </a:rPr>
              <a:t>tbd</a:t>
            </a:r>
            <a:endParaRPr lang="en-GB" sz="900" dirty="0">
              <a:solidFill>
                <a:schemeClr val="tx1"/>
              </a:solidFill>
            </a:endParaRPr>
          </a:p>
          <a:p>
            <a:r>
              <a:rPr lang="en-GB" sz="800" dirty="0">
                <a:solidFill>
                  <a:schemeClr val="tx1"/>
                </a:solidFill>
              </a:rPr>
              <a:t> </a:t>
            </a:r>
            <a:r>
              <a:rPr lang="en-GB" sz="700" dirty="0">
                <a:solidFill>
                  <a:schemeClr val="tx1"/>
                </a:solidFill>
              </a:rPr>
              <a:t>Special Interest Groups</a:t>
            </a: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9D50E95D-0B86-D473-66C6-E0A4EB9E3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75971" y="4744285"/>
            <a:ext cx="540000" cy="540000"/>
          </a:xfrm>
          <a:prstGeom prst="rect">
            <a:avLst/>
          </a:prstGeom>
          <a:noFill/>
          <a:ln w="57150">
            <a:solidFill>
              <a:srgbClr val="00B0F0"/>
            </a:solidFill>
          </a:ln>
          <a:effectLst>
            <a:softEdge rad="25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B61360A9-9E85-79B5-2BC8-B90710285D38}"/>
              </a:ext>
            </a:extLst>
          </p:cNvPr>
          <p:cNvGrpSpPr/>
          <p:nvPr/>
        </p:nvGrpSpPr>
        <p:grpSpPr>
          <a:xfrm>
            <a:off x="9835505" y="1669740"/>
            <a:ext cx="1768899" cy="540000"/>
            <a:chOff x="9835505" y="1928781"/>
            <a:chExt cx="1768899" cy="540000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BBE04344-6132-7771-95CA-D3E8734DB833}"/>
                </a:ext>
              </a:extLst>
            </p:cNvPr>
            <p:cNvSpPr/>
            <p:nvPr/>
          </p:nvSpPr>
          <p:spPr>
            <a:xfrm>
              <a:off x="10344404" y="1971000"/>
              <a:ext cx="1260000" cy="45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 dirty="0">
                  <a:solidFill>
                    <a:schemeClr val="tx1"/>
                  </a:solidFill>
                </a:rPr>
                <a:t> </a:t>
              </a:r>
              <a:r>
                <a:rPr lang="en-GB" sz="900" dirty="0" err="1">
                  <a:solidFill>
                    <a:schemeClr val="tx1"/>
                  </a:solidFill>
                </a:rPr>
                <a:t>Combus</a:t>
              </a:r>
              <a:r>
                <a:rPr lang="en-GB" sz="900" dirty="0">
                  <a:solidFill>
                    <a:schemeClr val="tx1"/>
                  </a:solidFill>
                </a:rPr>
                <a:t> Tyan</a:t>
              </a:r>
            </a:p>
            <a:p>
              <a:r>
                <a:rPr lang="en-GB" sz="800" dirty="0">
                  <a:solidFill>
                    <a:schemeClr val="tx1"/>
                  </a:solidFill>
                </a:rPr>
                <a:t> Diplo 2IC</a:t>
              </a:r>
              <a:endParaRPr lang="en-GB" sz="600" dirty="0">
                <a:solidFill>
                  <a:schemeClr val="tx1"/>
                </a:solidFill>
              </a:endParaRPr>
            </a:p>
          </p:txBody>
        </p:sp>
        <p:pic>
          <p:nvPicPr>
            <p:cNvPr id="16" name="Picture 2">
              <a:extLst>
                <a:ext uri="{FF2B5EF4-FFF2-40B4-BE49-F238E27FC236}">
                  <a16:creationId xmlns:a16="http://schemas.microsoft.com/office/drawing/2014/main" id="{081DE851-22B9-F88D-E219-BBDEA65435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9835505" y="1928781"/>
              <a:ext cx="540000" cy="540000"/>
            </a:xfrm>
            <a:prstGeom prst="rect">
              <a:avLst/>
            </a:prstGeom>
            <a:noFill/>
            <a:ln w="57150">
              <a:solidFill>
                <a:srgbClr val="00B0F0"/>
              </a:solidFill>
            </a:ln>
            <a:effectLst>
              <a:softEdge rad="254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84D35AF3-E173-B2D3-CF36-DD9665E51926}"/>
              </a:ext>
            </a:extLst>
          </p:cNvPr>
          <p:cNvCxnSpPr>
            <a:cxnSpLocks/>
            <a:stCxn id="24" idx="3"/>
            <a:endCxn id="1280" idx="1"/>
          </p:cNvCxnSpPr>
          <p:nvPr/>
        </p:nvCxnSpPr>
        <p:spPr>
          <a:xfrm flipV="1">
            <a:off x="9303663" y="957863"/>
            <a:ext cx="562959" cy="5137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F307D65A-602A-CA5D-ACB3-EAE68FAC806A}"/>
              </a:ext>
            </a:extLst>
          </p:cNvPr>
          <p:cNvCxnSpPr>
            <a:cxnSpLocks/>
            <a:stCxn id="32" idx="3"/>
            <a:endCxn id="16" idx="1"/>
          </p:cNvCxnSpPr>
          <p:nvPr/>
        </p:nvCxnSpPr>
        <p:spPr>
          <a:xfrm flipV="1">
            <a:off x="9303324" y="1939740"/>
            <a:ext cx="532181" cy="264385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1" name="Connector: Elbow 1060">
            <a:extLst>
              <a:ext uri="{FF2B5EF4-FFF2-40B4-BE49-F238E27FC236}">
                <a16:creationId xmlns:a16="http://schemas.microsoft.com/office/drawing/2014/main" id="{8D9E04EA-C33E-5380-7EEE-D8D43D41764E}"/>
              </a:ext>
            </a:extLst>
          </p:cNvPr>
          <p:cNvCxnSpPr>
            <a:cxnSpLocks/>
            <a:stCxn id="38" idx="3"/>
            <a:endCxn id="33" idx="1"/>
          </p:cNvCxnSpPr>
          <p:nvPr/>
        </p:nvCxnSpPr>
        <p:spPr>
          <a:xfrm flipV="1">
            <a:off x="6977493" y="2196000"/>
            <a:ext cx="562846" cy="1771064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66" name="Picture 2">
            <a:extLst>
              <a:ext uri="{FF2B5EF4-FFF2-40B4-BE49-F238E27FC236}">
                <a16:creationId xmlns:a16="http://schemas.microsoft.com/office/drawing/2014/main" id="{7033DE20-8997-53D0-78EF-B7030C8C6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18426" y="2630492"/>
            <a:ext cx="540000" cy="540000"/>
          </a:xfrm>
          <a:prstGeom prst="rect">
            <a:avLst/>
          </a:prstGeom>
          <a:noFill/>
          <a:ln w="57150">
            <a:solidFill>
              <a:srgbClr val="00B0F0"/>
            </a:solidFill>
          </a:ln>
          <a:effectLst>
            <a:softEdge rad="25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8" name="Picture 2">
            <a:extLst>
              <a:ext uri="{FF2B5EF4-FFF2-40B4-BE49-F238E27FC236}">
                <a16:creationId xmlns:a16="http://schemas.microsoft.com/office/drawing/2014/main" id="{39CE9F65-FDF2-95FD-08BB-0C034DC5B8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554020" y="695907"/>
            <a:ext cx="540000" cy="540000"/>
          </a:xfrm>
          <a:prstGeom prst="rect">
            <a:avLst/>
          </a:prstGeom>
          <a:noFill/>
          <a:ln w="57150">
            <a:solidFill>
              <a:srgbClr val="00B0F0"/>
            </a:solidFill>
          </a:ln>
          <a:effectLst>
            <a:softEdge rad="25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69" name="Connector: Elbow 1068">
            <a:extLst>
              <a:ext uri="{FF2B5EF4-FFF2-40B4-BE49-F238E27FC236}">
                <a16:creationId xmlns:a16="http://schemas.microsoft.com/office/drawing/2014/main" id="{F9F2CD63-9F8D-AA3C-E35E-55D2120A7967}"/>
              </a:ext>
            </a:extLst>
          </p:cNvPr>
          <p:cNvCxnSpPr>
            <a:cxnSpLocks/>
            <a:stCxn id="38" idx="3"/>
            <a:endCxn id="1031" idx="1"/>
          </p:cNvCxnSpPr>
          <p:nvPr/>
        </p:nvCxnSpPr>
        <p:spPr>
          <a:xfrm>
            <a:off x="6977493" y="3967064"/>
            <a:ext cx="550689" cy="1927936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2">
            <a:extLst>
              <a:ext uri="{FF2B5EF4-FFF2-40B4-BE49-F238E27FC236}">
                <a16:creationId xmlns:a16="http://schemas.microsoft.com/office/drawing/2014/main" id="{953A810E-447A-BB13-F672-4CA8DA3BB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62846" y="5801142"/>
            <a:ext cx="540000" cy="540000"/>
          </a:xfrm>
          <a:prstGeom prst="rect">
            <a:avLst/>
          </a:prstGeom>
          <a:noFill/>
          <a:ln w="57150">
            <a:solidFill>
              <a:srgbClr val="00B0F0"/>
            </a:solidFill>
          </a:ln>
          <a:effectLst>
            <a:softEdge rad="25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6CE4CF82-A7C1-86C0-A003-B9F6BAFF6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533808" y="3160416"/>
            <a:ext cx="540000" cy="540000"/>
          </a:xfrm>
          <a:prstGeom prst="rect">
            <a:avLst/>
          </a:prstGeom>
          <a:noFill/>
          <a:ln w="57150">
            <a:solidFill>
              <a:srgbClr val="00B0F0"/>
            </a:solidFill>
          </a:ln>
          <a:effectLst>
            <a:softEdge rad="25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2C9A8AA2-1AF8-FFB4-3D83-F280285F32EB}"/>
              </a:ext>
            </a:extLst>
          </p:cNvPr>
          <p:cNvGrpSpPr/>
          <p:nvPr/>
        </p:nvGrpSpPr>
        <p:grpSpPr>
          <a:xfrm>
            <a:off x="9835942" y="2651617"/>
            <a:ext cx="1768899" cy="540000"/>
            <a:chOff x="9835942" y="2836690"/>
            <a:chExt cx="1768899" cy="540000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29F6D3BD-27D6-B6FD-1376-987A3ED8E834}"/>
                </a:ext>
              </a:extLst>
            </p:cNvPr>
            <p:cNvSpPr/>
            <p:nvPr/>
          </p:nvSpPr>
          <p:spPr>
            <a:xfrm>
              <a:off x="10344841" y="2878909"/>
              <a:ext cx="1260000" cy="45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 dirty="0">
                  <a:solidFill>
                    <a:schemeClr val="tx1"/>
                  </a:solidFill>
                </a:rPr>
                <a:t> </a:t>
              </a:r>
              <a:r>
                <a:rPr lang="en-GB" sz="900" dirty="0" err="1">
                  <a:solidFill>
                    <a:schemeClr val="tx1"/>
                  </a:solidFill>
                </a:rPr>
                <a:t>Kaltos</a:t>
              </a:r>
              <a:r>
                <a:rPr lang="en-GB" sz="900" dirty="0">
                  <a:solidFill>
                    <a:schemeClr val="tx1"/>
                  </a:solidFill>
                </a:rPr>
                <a:t> Constantine</a:t>
              </a:r>
            </a:p>
            <a:p>
              <a:r>
                <a:rPr lang="en-GB" sz="800" dirty="0">
                  <a:solidFill>
                    <a:schemeClr val="tx1"/>
                  </a:solidFill>
                </a:rPr>
                <a:t> Classiness 2IC</a:t>
              </a:r>
              <a:endParaRPr lang="en-GB" sz="600" dirty="0">
                <a:solidFill>
                  <a:schemeClr val="tx1"/>
                </a:solidFill>
              </a:endParaRPr>
            </a:p>
          </p:txBody>
        </p:sp>
        <p:pic>
          <p:nvPicPr>
            <p:cNvPr id="30" name="Picture 2">
              <a:extLst>
                <a:ext uri="{FF2B5EF4-FFF2-40B4-BE49-F238E27FC236}">
                  <a16:creationId xmlns:a16="http://schemas.microsoft.com/office/drawing/2014/main" id="{DAFC9EAA-B517-1115-B019-80F3C37DAF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9835942" y="2836690"/>
              <a:ext cx="540000" cy="540000"/>
            </a:xfrm>
            <a:prstGeom prst="rect">
              <a:avLst/>
            </a:prstGeom>
            <a:noFill/>
            <a:ln w="57150">
              <a:solidFill>
                <a:srgbClr val="00B0F0"/>
              </a:solidFill>
            </a:ln>
            <a:effectLst>
              <a:softEdge rad="254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B12CA5E-CF0D-0AB9-A7CE-FEBBB5158EA8}"/>
              </a:ext>
            </a:extLst>
          </p:cNvPr>
          <p:cNvGrpSpPr/>
          <p:nvPr/>
        </p:nvGrpSpPr>
        <p:grpSpPr>
          <a:xfrm>
            <a:off x="2866496" y="2615160"/>
            <a:ext cx="1769516" cy="540000"/>
            <a:chOff x="2866496" y="2615160"/>
            <a:chExt cx="1769516" cy="540000"/>
          </a:xfrm>
        </p:grpSpPr>
        <p:sp>
          <p:nvSpPr>
            <p:cNvPr id="1099" name="Rectangle: Rounded Corners 1098">
              <a:extLst>
                <a:ext uri="{FF2B5EF4-FFF2-40B4-BE49-F238E27FC236}">
                  <a16:creationId xmlns:a16="http://schemas.microsoft.com/office/drawing/2014/main" id="{34FCAC61-F5D9-B379-C798-C02018F1CD6A}"/>
                </a:ext>
              </a:extLst>
            </p:cNvPr>
            <p:cNvSpPr/>
            <p:nvPr/>
          </p:nvSpPr>
          <p:spPr>
            <a:xfrm>
              <a:off x="3376012" y="2668285"/>
              <a:ext cx="1260000" cy="45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 dirty="0">
                  <a:solidFill>
                    <a:schemeClr val="tx1"/>
                  </a:solidFill>
                </a:rPr>
                <a:t> </a:t>
              </a:r>
              <a:r>
                <a:rPr lang="en-GB" sz="900" dirty="0" err="1">
                  <a:solidFill>
                    <a:schemeClr val="tx1"/>
                  </a:solidFill>
                </a:rPr>
                <a:t>tbd</a:t>
              </a:r>
              <a:endParaRPr lang="en-GB" sz="900" dirty="0">
                <a:solidFill>
                  <a:schemeClr val="tx1"/>
                </a:solidFill>
              </a:endParaRPr>
            </a:p>
            <a:p>
              <a:r>
                <a:rPr lang="en-GB" sz="900" dirty="0">
                  <a:solidFill>
                    <a:schemeClr val="tx1"/>
                  </a:solidFill>
                </a:rPr>
                <a:t> </a:t>
              </a:r>
              <a:r>
                <a:rPr lang="en-GB" sz="800" dirty="0">
                  <a:solidFill>
                    <a:schemeClr val="tx1"/>
                  </a:solidFill>
                </a:rPr>
                <a:t>Infrastructure Director</a:t>
              </a:r>
            </a:p>
          </p:txBody>
        </p:sp>
        <p:pic>
          <p:nvPicPr>
            <p:cNvPr id="44" name="Picture 2">
              <a:extLst>
                <a:ext uri="{FF2B5EF4-FFF2-40B4-BE49-F238E27FC236}">
                  <a16:creationId xmlns:a16="http://schemas.microsoft.com/office/drawing/2014/main" id="{5BD13804-2FF7-D9EC-D259-30C910E23A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2866496" y="2615160"/>
              <a:ext cx="540000" cy="540000"/>
            </a:xfrm>
            <a:prstGeom prst="rect">
              <a:avLst/>
            </a:prstGeom>
            <a:noFill/>
            <a:ln w="57150">
              <a:solidFill>
                <a:srgbClr val="00B0F0"/>
              </a:solidFill>
            </a:ln>
            <a:effectLst>
              <a:softEdge rad="254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57622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5087F-6C99-6C5C-23F3-D48F16ED2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2BA4AF-83CD-DF4B-72FF-005B6C89B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9249" y="-159731"/>
            <a:ext cx="12447141" cy="7193712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3F5A697-939F-E392-6CCC-BDC20ED617F9}"/>
              </a:ext>
            </a:extLst>
          </p:cNvPr>
          <p:cNvSpPr/>
          <p:nvPr/>
        </p:nvSpPr>
        <p:spPr>
          <a:xfrm>
            <a:off x="8043663" y="738000"/>
            <a:ext cx="1260000" cy="450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900" dirty="0">
                <a:solidFill>
                  <a:schemeClr val="tx1"/>
                </a:solidFill>
              </a:rPr>
              <a:t> </a:t>
            </a:r>
            <a:r>
              <a:rPr lang="en-GB" sz="1000" dirty="0">
                <a:solidFill>
                  <a:schemeClr val="tx1"/>
                </a:solidFill>
              </a:rPr>
              <a:t>Pumpernickel</a:t>
            </a:r>
          </a:p>
          <a:p>
            <a:r>
              <a:rPr lang="en-GB" sz="900" dirty="0">
                <a:solidFill>
                  <a:schemeClr val="tx1"/>
                </a:solidFill>
              </a:rPr>
              <a:t> </a:t>
            </a:r>
            <a:r>
              <a:rPr lang="en-GB" sz="800" dirty="0">
                <a:solidFill>
                  <a:schemeClr val="tx1"/>
                </a:solidFill>
              </a:rPr>
              <a:t>Recruitment Director</a:t>
            </a:r>
            <a:br>
              <a:rPr lang="en-GB" sz="800" dirty="0">
                <a:solidFill>
                  <a:schemeClr val="tx1"/>
                </a:solidFill>
              </a:rPr>
            </a:br>
            <a:r>
              <a:rPr lang="en-GB" sz="800" dirty="0">
                <a:solidFill>
                  <a:schemeClr val="tx1"/>
                </a:solidFill>
              </a:rPr>
              <a:t> </a:t>
            </a:r>
            <a:r>
              <a:rPr lang="en-GB" sz="700" dirty="0">
                <a:solidFill>
                  <a:schemeClr val="tx1"/>
                </a:solidFill>
              </a:rPr>
              <a:t>and Corp Coordination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62B9B666-BF85-C1E9-2CC0-56F53F41695C}"/>
              </a:ext>
            </a:extLst>
          </p:cNvPr>
          <p:cNvSpPr/>
          <p:nvPr/>
        </p:nvSpPr>
        <p:spPr>
          <a:xfrm>
            <a:off x="5717493" y="3755126"/>
            <a:ext cx="1260000" cy="450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900" dirty="0">
                <a:solidFill>
                  <a:schemeClr val="tx1"/>
                </a:solidFill>
              </a:rPr>
              <a:t> Biscuit</a:t>
            </a:r>
          </a:p>
          <a:p>
            <a:r>
              <a:rPr lang="en-GB" sz="800" dirty="0">
                <a:solidFill>
                  <a:schemeClr val="tx1"/>
                </a:solidFill>
              </a:rPr>
              <a:t> Second in Command</a:t>
            </a:r>
          </a:p>
        </p:txBody>
      </p:sp>
      <p:cxnSp>
        <p:nvCxnSpPr>
          <p:cNvPr id="1051" name="Straight Connector 1050">
            <a:extLst>
              <a:ext uri="{FF2B5EF4-FFF2-40B4-BE49-F238E27FC236}">
                <a16:creationId xmlns:a16="http://schemas.microsoft.com/office/drawing/2014/main" id="{BB171065-B95A-FA41-8AE9-3CE47464DB64}"/>
              </a:ext>
            </a:extLst>
          </p:cNvPr>
          <p:cNvCxnSpPr>
            <a:stCxn id="40" idx="2"/>
            <a:endCxn id="38" idx="0"/>
          </p:cNvCxnSpPr>
          <p:nvPr/>
        </p:nvCxnSpPr>
        <p:spPr>
          <a:xfrm>
            <a:off x="6347493" y="3121817"/>
            <a:ext cx="0" cy="6333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32" name="Group 1031">
            <a:extLst>
              <a:ext uri="{FF2B5EF4-FFF2-40B4-BE49-F238E27FC236}">
                <a16:creationId xmlns:a16="http://schemas.microsoft.com/office/drawing/2014/main" id="{22652F9D-830A-CCDC-A498-5323458D6633}"/>
              </a:ext>
            </a:extLst>
          </p:cNvPr>
          <p:cNvGrpSpPr/>
          <p:nvPr/>
        </p:nvGrpSpPr>
        <p:grpSpPr>
          <a:xfrm>
            <a:off x="2888677" y="1573714"/>
            <a:ext cx="1762985" cy="540000"/>
            <a:chOff x="2888677" y="1309500"/>
            <a:chExt cx="1762985" cy="540000"/>
          </a:xfrm>
        </p:grpSpPr>
        <p:sp>
          <p:nvSpPr>
            <p:cNvPr id="1095" name="Rectangle: Rounded Corners 1094">
              <a:extLst>
                <a:ext uri="{FF2B5EF4-FFF2-40B4-BE49-F238E27FC236}">
                  <a16:creationId xmlns:a16="http://schemas.microsoft.com/office/drawing/2014/main" id="{BC1A4817-7E77-DC6F-C967-EFBB445AF21A}"/>
                </a:ext>
              </a:extLst>
            </p:cNvPr>
            <p:cNvSpPr/>
            <p:nvPr/>
          </p:nvSpPr>
          <p:spPr>
            <a:xfrm>
              <a:off x="3391662" y="1362625"/>
              <a:ext cx="1260000" cy="45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 dirty="0">
                  <a:solidFill>
                    <a:schemeClr val="tx1"/>
                  </a:solidFill>
                </a:rPr>
                <a:t> Cornbread</a:t>
              </a:r>
            </a:p>
            <a:p>
              <a:r>
                <a:rPr lang="en-GB" sz="800" dirty="0">
                  <a:solidFill>
                    <a:schemeClr val="tx1"/>
                  </a:solidFill>
                </a:rPr>
                <a:t> </a:t>
              </a:r>
              <a:r>
                <a:rPr lang="en-GB" sz="900" dirty="0">
                  <a:solidFill>
                    <a:schemeClr val="tx1"/>
                  </a:solidFill>
                </a:rPr>
                <a:t>Logistics Director</a:t>
              </a:r>
              <a:endParaRPr lang="en-GB" sz="700" dirty="0">
                <a:solidFill>
                  <a:schemeClr val="tx1"/>
                </a:solidFill>
              </a:endParaRPr>
            </a:p>
          </p:txBody>
        </p:sp>
        <p:pic>
          <p:nvPicPr>
            <p:cNvPr id="1096" name="Picture 2">
              <a:extLst>
                <a:ext uri="{FF2B5EF4-FFF2-40B4-BE49-F238E27FC236}">
                  <a16:creationId xmlns:a16="http://schemas.microsoft.com/office/drawing/2014/main" id="{46CD0FFC-6EBD-F603-3B27-F263CD3E2A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2888677" y="1309500"/>
              <a:ext cx="540000" cy="540000"/>
            </a:xfrm>
            <a:prstGeom prst="rect">
              <a:avLst/>
            </a:prstGeom>
            <a:noFill/>
            <a:ln w="57150">
              <a:solidFill>
                <a:srgbClr val="00B0F0"/>
              </a:solidFill>
            </a:ln>
            <a:effectLst>
              <a:softEdge rad="254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45" name="Group 1044">
            <a:extLst>
              <a:ext uri="{FF2B5EF4-FFF2-40B4-BE49-F238E27FC236}">
                <a16:creationId xmlns:a16="http://schemas.microsoft.com/office/drawing/2014/main" id="{BB5EE047-AD5E-A3CF-F495-40AF4E6997DF}"/>
              </a:ext>
            </a:extLst>
          </p:cNvPr>
          <p:cNvGrpSpPr/>
          <p:nvPr/>
        </p:nvGrpSpPr>
        <p:grpSpPr>
          <a:xfrm>
            <a:off x="2873027" y="2615160"/>
            <a:ext cx="1762985" cy="540000"/>
            <a:chOff x="2873027" y="2173531"/>
            <a:chExt cx="1762985" cy="540000"/>
          </a:xfrm>
        </p:grpSpPr>
        <p:sp>
          <p:nvSpPr>
            <p:cNvPr id="1099" name="Rectangle: Rounded Corners 1098">
              <a:extLst>
                <a:ext uri="{FF2B5EF4-FFF2-40B4-BE49-F238E27FC236}">
                  <a16:creationId xmlns:a16="http://schemas.microsoft.com/office/drawing/2014/main" id="{CF025A7B-07D9-116E-98C4-37FEC85B518B}"/>
                </a:ext>
              </a:extLst>
            </p:cNvPr>
            <p:cNvSpPr/>
            <p:nvPr/>
          </p:nvSpPr>
          <p:spPr>
            <a:xfrm>
              <a:off x="3376012" y="2226656"/>
              <a:ext cx="1260000" cy="45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 dirty="0">
                  <a:solidFill>
                    <a:schemeClr val="tx1"/>
                  </a:solidFill>
                </a:rPr>
                <a:t> Brioche</a:t>
              </a:r>
            </a:p>
            <a:p>
              <a:r>
                <a:rPr lang="en-GB" sz="900" dirty="0">
                  <a:solidFill>
                    <a:schemeClr val="tx1"/>
                  </a:solidFill>
                </a:rPr>
                <a:t> </a:t>
              </a:r>
              <a:r>
                <a:rPr lang="en-GB" sz="800" dirty="0">
                  <a:solidFill>
                    <a:schemeClr val="tx1"/>
                  </a:solidFill>
                </a:rPr>
                <a:t>Infrastructure Director</a:t>
              </a:r>
            </a:p>
          </p:txBody>
        </p:sp>
        <p:pic>
          <p:nvPicPr>
            <p:cNvPr id="1100" name="Picture 2">
              <a:extLst>
                <a:ext uri="{FF2B5EF4-FFF2-40B4-BE49-F238E27FC236}">
                  <a16:creationId xmlns:a16="http://schemas.microsoft.com/office/drawing/2014/main" id="{C0D302F1-1BA9-B59F-D215-DBDC8377BE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2873027" y="2173531"/>
              <a:ext cx="540000" cy="540000"/>
            </a:xfrm>
            <a:prstGeom prst="rect">
              <a:avLst/>
            </a:prstGeom>
            <a:noFill/>
            <a:ln w="57150">
              <a:solidFill>
                <a:srgbClr val="00B0F0"/>
              </a:solidFill>
            </a:ln>
            <a:effectLst>
              <a:softEdge rad="254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146" name="Connector: Elbow 1145">
            <a:extLst>
              <a:ext uri="{FF2B5EF4-FFF2-40B4-BE49-F238E27FC236}">
                <a16:creationId xmlns:a16="http://schemas.microsoft.com/office/drawing/2014/main" id="{876B0456-F9C4-1295-7AA8-5041B7C29C66}"/>
              </a:ext>
            </a:extLst>
          </p:cNvPr>
          <p:cNvCxnSpPr>
            <a:cxnSpLocks/>
            <a:stCxn id="34" idx="3"/>
            <a:endCxn id="16" idx="1"/>
          </p:cNvCxnSpPr>
          <p:nvPr/>
        </p:nvCxnSpPr>
        <p:spPr>
          <a:xfrm flipV="1">
            <a:off x="9303324" y="2812448"/>
            <a:ext cx="556932" cy="624677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0E53FED6-CCD3-1009-69C4-F80FA6A52E21}"/>
              </a:ext>
            </a:extLst>
          </p:cNvPr>
          <p:cNvGrpSpPr/>
          <p:nvPr/>
        </p:nvGrpSpPr>
        <p:grpSpPr>
          <a:xfrm>
            <a:off x="531516" y="1573714"/>
            <a:ext cx="1762985" cy="540000"/>
            <a:chOff x="531516" y="1249719"/>
            <a:chExt cx="1762985" cy="540000"/>
          </a:xfrm>
        </p:grpSpPr>
        <p:sp>
          <p:nvSpPr>
            <p:cNvPr id="1151" name="Rectangle: Rounded Corners 1150">
              <a:extLst>
                <a:ext uri="{FF2B5EF4-FFF2-40B4-BE49-F238E27FC236}">
                  <a16:creationId xmlns:a16="http://schemas.microsoft.com/office/drawing/2014/main" id="{05F6103A-5583-701B-3394-A28F52E64B5C}"/>
                </a:ext>
              </a:extLst>
            </p:cNvPr>
            <p:cNvSpPr/>
            <p:nvPr/>
          </p:nvSpPr>
          <p:spPr>
            <a:xfrm>
              <a:off x="1034501" y="1302844"/>
              <a:ext cx="1260000" cy="45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 dirty="0">
                  <a:solidFill>
                    <a:schemeClr val="tx1"/>
                  </a:solidFill>
                </a:rPr>
                <a:t> Soda Bread</a:t>
              </a:r>
            </a:p>
            <a:p>
              <a:r>
                <a:rPr lang="en-GB" sz="800" dirty="0">
                  <a:solidFill>
                    <a:schemeClr val="tx1"/>
                  </a:solidFill>
                </a:rPr>
                <a:t> </a:t>
              </a:r>
              <a:r>
                <a:rPr lang="en-GB" sz="700" dirty="0">
                  <a:solidFill>
                    <a:schemeClr val="tx1"/>
                  </a:solidFill>
                </a:rPr>
                <a:t>Supply</a:t>
              </a:r>
            </a:p>
          </p:txBody>
        </p:sp>
        <p:pic>
          <p:nvPicPr>
            <p:cNvPr id="1152" name="Picture 2">
              <a:extLst>
                <a:ext uri="{FF2B5EF4-FFF2-40B4-BE49-F238E27FC236}">
                  <a16:creationId xmlns:a16="http://schemas.microsoft.com/office/drawing/2014/main" id="{2C32F8F4-D1A8-FD32-8E72-7B048A7408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531516" y="1249719"/>
              <a:ext cx="540000" cy="540000"/>
            </a:xfrm>
            <a:prstGeom prst="rect">
              <a:avLst/>
            </a:prstGeom>
            <a:noFill/>
            <a:ln w="57150">
              <a:solidFill>
                <a:srgbClr val="00B0F0"/>
              </a:solidFill>
            </a:ln>
            <a:effectLst>
              <a:softEdge rad="254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308C5B1-F978-567D-C9E0-E32B6C3E5F63}"/>
              </a:ext>
            </a:extLst>
          </p:cNvPr>
          <p:cNvGrpSpPr/>
          <p:nvPr/>
        </p:nvGrpSpPr>
        <p:grpSpPr>
          <a:xfrm>
            <a:off x="2888677" y="4744285"/>
            <a:ext cx="1762985" cy="540000"/>
            <a:chOff x="2888677" y="5008500"/>
            <a:chExt cx="1762985" cy="540000"/>
          </a:xfrm>
        </p:grpSpPr>
        <p:sp>
          <p:nvSpPr>
            <p:cNvPr id="1167" name="Rectangle: Rounded Corners 1166">
              <a:extLst>
                <a:ext uri="{FF2B5EF4-FFF2-40B4-BE49-F238E27FC236}">
                  <a16:creationId xmlns:a16="http://schemas.microsoft.com/office/drawing/2014/main" id="{78A56EC8-1533-952C-0A4F-1DA7A7A72CEC}"/>
                </a:ext>
              </a:extLst>
            </p:cNvPr>
            <p:cNvSpPr/>
            <p:nvPr/>
          </p:nvSpPr>
          <p:spPr>
            <a:xfrm>
              <a:off x="3391662" y="5061625"/>
              <a:ext cx="1260000" cy="45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 dirty="0">
                  <a:solidFill>
                    <a:schemeClr val="tx1"/>
                  </a:solidFill>
                </a:rPr>
                <a:t> English Muffin</a:t>
              </a:r>
            </a:p>
            <a:p>
              <a:r>
                <a:rPr lang="en-GB" sz="800" dirty="0">
                  <a:solidFill>
                    <a:schemeClr val="tx1"/>
                  </a:solidFill>
                </a:rPr>
                <a:t> </a:t>
              </a:r>
              <a:r>
                <a:rPr lang="en-GB" sz="700" dirty="0">
                  <a:solidFill>
                    <a:schemeClr val="tx1"/>
                  </a:solidFill>
                </a:rPr>
                <a:t>Communication Director</a:t>
              </a:r>
              <a:endParaRPr lang="en-GB" sz="900" dirty="0">
                <a:solidFill>
                  <a:schemeClr val="tx1"/>
                </a:solidFill>
              </a:endParaRPr>
            </a:p>
          </p:txBody>
        </p:sp>
        <p:pic>
          <p:nvPicPr>
            <p:cNvPr id="1168" name="Picture 2">
              <a:extLst>
                <a:ext uri="{FF2B5EF4-FFF2-40B4-BE49-F238E27FC236}">
                  <a16:creationId xmlns:a16="http://schemas.microsoft.com/office/drawing/2014/main" id="{467A97CB-77CA-67BE-5F91-9FA07D3693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2888677" y="5008500"/>
              <a:ext cx="540000" cy="540000"/>
            </a:xfrm>
            <a:prstGeom prst="rect">
              <a:avLst/>
            </a:prstGeom>
            <a:noFill/>
            <a:ln w="57150">
              <a:solidFill>
                <a:srgbClr val="00B0F0"/>
              </a:solidFill>
            </a:ln>
            <a:effectLst>
              <a:softEdge rad="254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180" name="Connector: Elbow 1179">
            <a:extLst>
              <a:ext uri="{FF2B5EF4-FFF2-40B4-BE49-F238E27FC236}">
                <a16:creationId xmlns:a16="http://schemas.microsoft.com/office/drawing/2014/main" id="{764BA993-2809-32B7-8C75-D1EF3FF3D950}"/>
              </a:ext>
            </a:extLst>
          </p:cNvPr>
          <p:cNvCxnSpPr>
            <a:stCxn id="1025" idx="3"/>
            <a:endCxn id="1174" idx="1"/>
          </p:cNvCxnSpPr>
          <p:nvPr/>
        </p:nvCxnSpPr>
        <p:spPr>
          <a:xfrm flipV="1">
            <a:off x="9303324" y="3881056"/>
            <a:ext cx="562846" cy="789069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2" name="Connector: Elbow 1181">
            <a:extLst>
              <a:ext uri="{FF2B5EF4-FFF2-40B4-BE49-F238E27FC236}">
                <a16:creationId xmlns:a16="http://schemas.microsoft.com/office/drawing/2014/main" id="{40F33F16-A866-48C1-D59F-478A3B2FAE9E}"/>
              </a:ext>
            </a:extLst>
          </p:cNvPr>
          <p:cNvCxnSpPr>
            <a:stCxn id="1025" idx="3"/>
            <a:endCxn id="1034" idx="1"/>
          </p:cNvCxnSpPr>
          <p:nvPr/>
        </p:nvCxnSpPr>
        <p:spPr>
          <a:xfrm flipV="1">
            <a:off x="9303324" y="4662000"/>
            <a:ext cx="562846" cy="8125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6" name="Connector: Elbow 1185">
            <a:extLst>
              <a:ext uri="{FF2B5EF4-FFF2-40B4-BE49-F238E27FC236}">
                <a16:creationId xmlns:a16="http://schemas.microsoft.com/office/drawing/2014/main" id="{0C1CCAA9-0B54-80C7-EDD1-B8F65F9ADA8F}"/>
              </a:ext>
            </a:extLst>
          </p:cNvPr>
          <p:cNvCxnSpPr>
            <a:cxnSpLocks/>
            <a:stCxn id="1034" idx="1"/>
            <a:endCxn id="1036" idx="1"/>
          </p:cNvCxnSpPr>
          <p:nvPr/>
        </p:nvCxnSpPr>
        <p:spPr>
          <a:xfrm rot="10800000" flipV="1">
            <a:off x="9866170" y="4662000"/>
            <a:ext cx="12700" cy="822038"/>
          </a:xfrm>
          <a:prstGeom prst="bentConnector3">
            <a:avLst>
              <a:gd name="adj1" fmla="val 232584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9" name="Connector: Elbow 1208">
            <a:extLst>
              <a:ext uri="{FF2B5EF4-FFF2-40B4-BE49-F238E27FC236}">
                <a16:creationId xmlns:a16="http://schemas.microsoft.com/office/drawing/2014/main" id="{DE90719F-1E10-2E65-2767-C767274FF860}"/>
              </a:ext>
            </a:extLst>
          </p:cNvPr>
          <p:cNvCxnSpPr>
            <a:cxnSpLocks/>
            <a:stCxn id="1272" idx="1"/>
            <a:endCxn id="1157" idx="3"/>
          </p:cNvCxnSpPr>
          <p:nvPr/>
        </p:nvCxnSpPr>
        <p:spPr>
          <a:xfrm rot="10800000">
            <a:off x="2294502" y="786197"/>
            <a:ext cx="582287" cy="66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7" name="Connector: Elbow 1216">
            <a:extLst>
              <a:ext uri="{FF2B5EF4-FFF2-40B4-BE49-F238E27FC236}">
                <a16:creationId xmlns:a16="http://schemas.microsoft.com/office/drawing/2014/main" id="{B959F5C7-9A55-1984-420F-400B5F5497FB}"/>
              </a:ext>
            </a:extLst>
          </p:cNvPr>
          <p:cNvCxnSpPr>
            <a:stCxn id="41" idx="1"/>
            <a:endCxn id="1093" idx="3"/>
          </p:cNvCxnSpPr>
          <p:nvPr/>
        </p:nvCxnSpPr>
        <p:spPr>
          <a:xfrm rot="10800000">
            <a:off x="4651324" y="795064"/>
            <a:ext cx="563184" cy="2093629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9" name="Connector: Elbow 1218">
            <a:extLst>
              <a:ext uri="{FF2B5EF4-FFF2-40B4-BE49-F238E27FC236}">
                <a16:creationId xmlns:a16="http://schemas.microsoft.com/office/drawing/2014/main" id="{03BE9E91-139B-B24C-EA4F-11B028F9152C}"/>
              </a:ext>
            </a:extLst>
          </p:cNvPr>
          <p:cNvCxnSpPr>
            <a:stCxn id="41" idx="1"/>
            <a:endCxn id="1095" idx="3"/>
          </p:cNvCxnSpPr>
          <p:nvPr/>
        </p:nvCxnSpPr>
        <p:spPr>
          <a:xfrm rot="10800000">
            <a:off x="4651662" y="1851840"/>
            <a:ext cx="562846" cy="1036853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3" name="Connector: Elbow 1222">
            <a:extLst>
              <a:ext uri="{FF2B5EF4-FFF2-40B4-BE49-F238E27FC236}">
                <a16:creationId xmlns:a16="http://schemas.microsoft.com/office/drawing/2014/main" id="{2219E9C1-9225-CCEE-B21C-CDD0B1DDCA05}"/>
              </a:ext>
            </a:extLst>
          </p:cNvPr>
          <p:cNvCxnSpPr>
            <a:cxnSpLocks/>
            <a:stCxn id="41" idx="1"/>
            <a:endCxn id="1099" idx="3"/>
          </p:cNvCxnSpPr>
          <p:nvPr/>
        </p:nvCxnSpPr>
        <p:spPr>
          <a:xfrm rot="10800000" flipV="1">
            <a:off x="4636012" y="2888691"/>
            <a:ext cx="578496" cy="459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5" name="Connector: Elbow 1224">
            <a:extLst>
              <a:ext uri="{FF2B5EF4-FFF2-40B4-BE49-F238E27FC236}">
                <a16:creationId xmlns:a16="http://schemas.microsoft.com/office/drawing/2014/main" id="{0F70A465-C07F-9547-84CF-386E26FECA2F}"/>
              </a:ext>
            </a:extLst>
          </p:cNvPr>
          <p:cNvCxnSpPr>
            <a:stCxn id="41" idx="1"/>
            <a:endCxn id="1101" idx="3"/>
          </p:cNvCxnSpPr>
          <p:nvPr/>
        </p:nvCxnSpPr>
        <p:spPr>
          <a:xfrm rot="10800000" flipV="1">
            <a:off x="4651662" y="2888691"/>
            <a:ext cx="562846" cy="107686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7" name="Connector: Elbow 1226">
            <a:extLst>
              <a:ext uri="{FF2B5EF4-FFF2-40B4-BE49-F238E27FC236}">
                <a16:creationId xmlns:a16="http://schemas.microsoft.com/office/drawing/2014/main" id="{ABDF222F-430A-B285-D6D3-337D61EF56BD}"/>
              </a:ext>
            </a:extLst>
          </p:cNvPr>
          <p:cNvCxnSpPr>
            <a:stCxn id="41" idx="1"/>
            <a:endCxn id="1167" idx="3"/>
          </p:cNvCxnSpPr>
          <p:nvPr/>
        </p:nvCxnSpPr>
        <p:spPr>
          <a:xfrm rot="10800000" flipV="1">
            <a:off x="4651662" y="2888692"/>
            <a:ext cx="562846" cy="2133718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9" name="Connector: Elbow 1228">
            <a:extLst>
              <a:ext uri="{FF2B5EF4-FFF2-40B4-BE49-F238E27FC236}">
                <a16:creationId xmlns:a16="http://schemas.microsoft.com/office/drawing/2014/main" id="{809AD1E9-3BC9-F8FC-D0E7-035A73CB7570}"/>
              </a:ext>
            </a:extLst>
          </p:cNvPr>
          <p:cNvCxnSpPr>
            <a:stCxn id="41" idx="1"/>
            <a:endCxn id="1115" idx="3"/>
          </p:cNvCxnSpPr>
          <p:nvPr/>
        </p:nvCxnSpPr>
        <p:spPr>
          <a:xfrm rot="10800000" flipV="1">
            <a:off x="4651662" y="2888691"/>
            <a:ext cx="562846" cy="3190575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7" name="Connector: Elbow 1236">
            <a:extLst>
              <a:ext uri="{FF2B5EF4-FFF2-40B4-BE49-F238E27FC236}">
                <a16:creationId xmlns:a16="http://schemas.microsoft.com/office/drawing/2014/main" id="{C47CF73E-8940-2996-5B94-7BFF7D22969E}"/>
              </a:ext>
            </a:extLst>
          </p:cNvPr>
          <p:cNvCxnSpPr>
            <a:stCxn id="38" idx="3"/>
            <a:endCxn id="1027" idx="1"/>
          </p:cNvCxnSpPr>
          <p:nvPr/>
        </p:nvCxnSpPr>
        <p:spPr>
          <a:xfrm>
            <a:off x="6977493" y="3980126"/>
            <a:ext cx="562846" cy="681874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9" name="Connector: Elbow 1238">
            <a:extLst>
              <a:ext uri="{FF2B5EF4-FFF2-40B4-BE49-F238E27FC236}">
                <a16:creationId xmlns:a16="http://schemas.microsoft.com/office/drawing/2014/main" id="{F58A6051-B029-5679-F0B8-13C4D6FF8A57}"/>
              </a:ext>
            </a:extLst>
          </p:cNvPr>
          <p:cNvCxnSpPr>
            <a:cxnSpLocks/>
            <a:stCxn id="38" idx="3"/>
            <a:endCxn id="35" idx="1"/>
          </p:cNvCxnSpPr>
          <p:nvPr/>
        </p:nvCxnSpPr>
        <p:spPr>
          <a:xfrm flipV="1">
            <a:off x="6977493" y="3429000"/>
            <a:ext cx="562846" cy="551126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1" name="Connector: Elbow 1240">
            <a:extLst>
              <a:ext uri="{FF2B5EF4-FFF2-40B4-BE49-F238E27FC236}">
                <a16:creationId xmlns:a16="http://schemas.microsoft.com/office/drawing/2014/main" id="{819F3EF8-65E2-72D6-E705-ED1D72B76C89}"/>
              </a:ext>
            </a:extLst>
          </p:cNvPr>
          <p:cNvCxnSpPr>
            <a:stCxn id="39" idx="1"/>
            <a:endCxn id="1101" idx="3"/>
          </p:cNvCxnSpPr>
          <p:nvPr/>
        </p:nvCxnSpPr>
        <p:spPr>
          <a:xfrm rot="10800000" flipV="1">
            <a:off x="4651662" y="3958653"/>
            <a:ext cx="562846" cy="690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5" name="Connector: Elbow 1244">
            <a:extLst>
              <a:ext uri="{FF2B5EF4-FFF2-40B4-BE49-F238E27FC236}">
                <a16:creationId xmlns:a16="http://schemas.microsoft.com/office/drawing/2014/main" id="{45F52739-5D2B-E53A-E15F-69FDF29A2CA5}"/>
              </a:ext>
            </a:extLst>
          </p:cNvPr>
          <p:cNvCxnSpPr>
            <a:cxnSpLocks/>
            <a:endCxn id="40" idx="3"/>
          </p:cNvCxnSpPr>
          <p:nvPr/>
        </p:nvCxnSpPr>
        <p:spPr>
          <a:xfrm rot="10800000" flipV="1">
            <a:off x="6977493" y="966759"/>
            <a:ext cx="573996" cy="1930057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6BEC02F-387D-F138-D77D-829B8A7A76D8}"/>
              </a:ext>
            </a:extLst>
          </p:cNvPr>
          <p:cNvGrpSpPr/>
          <p:nvPr/>
        </p:nvGrpSpPr>
        <p:grpSpPr>
          <a:xfrm>
            <a:off x="5214508" y="2618692"/>
            <a:ext cx="1762985" cy="540000"/>
            <a:chOff x="5214508" y="2618692"/>
            <a:chExt cx="1762985" cy="540000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0E4D3D75-C944-98D8-EC63-2B3ED35A32DC}"/>
                </a:ext>
              </a:extLst>
            </p:cNvPr>
            <p:cNvSpPr/>
            <p:nvPr/>
          </p:nvSpPr>
          <p:spPr>
            <a:xfrm>
              <a:off x="5717493" y="2671817"/>
              <a:ext cx="1260000" cy="45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 dirty="0">
                  <a:solidFill>
                    <a:schemeClr val="tx1"/>
                  </a:solidFill>
                </a:rPr>
                <a:t> Breadstick</a:t>
              </a:r>
            </a:p>
            <a:p>
              <a:r>
                <a:rPr lang="en-GB" sz="800" dirty="0">
                  <a:solidFill>
                    <a:schemeClr val="tx1"/>
                  </a:solidFill>
                </a:rPr>
                <a:t> CEO</a:t>
              </a:r>
            </a:p>
          </p:txBody>
        </p:sp>
        <p:pic>
          <p:nvPicPr>
            <p:cNvPr id="41" name="Picture 2">
              <a:extLst>
                <a:ext uri="{FF2B5EF4-FFF2-40B4-BE49-F238E27FC236}">
                  <a16:creationId xmlns:a16="http://schemas.microsoft.com/office/drawing/2014/main" id="{D8A1C4F5-8FAE-92CC-752F-B87F958189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5214508" y="2618692"/>
              <a:ext cx="540000" cy="540000"/>
            </a:xfrm>
            <a:prstGeom prst="rect">
              <a:avLst/>
            </a:prstGeom>
            <a:noFill/>
            <a:ln w="57150">
              <a:solidFill>
                <a:srgbClr val="00B0F0"/>
              </a:solidFill>
            </a:ln>
            <a:effectLst>
              <a:softEdge rad="254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9" name="Picture 2">
            <a:extLst>
              <a:ext uri="{FF2B5EF4-FFF2-40B4-BE49-F238E27FC236}">
                <a16:creationId xmlns:a16="http://schemas.microsoft.com/office/drawing/2014/main" id="{1DEA0430-45EC-56FA-93D0-C4E5245D2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14508" y="3688653"/>
            <a:ext cx="540000" cy="540000"/>
          </a:xfrm>
          <a:prstGeom prst="rect">
            <a:avLst/>
          </a:prstGeom>
          <a:noFill/>
          <a:ln w="57150">
            <a:solidFill>
              <a:srgbClr val="00B0F0"/>
            </a:solidFill>
          </a:ln>
          <a:effectLst>
            <a:softEdge rad="25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2A328B7-686D-DFD2-7382-51C5F31C01DF}"/>
              </a:ext>
            </a:extLst>
          </p:cNvPr>
          <p:cNvSpPr/>
          <p:nvPr/>
        </p:nvSpPr>
        <p:spPr>
          <a:xfrm>
            <a:off x="8043324" y="1979125"/>
            <a:ext cx="1260000" cy="450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900" dirty="0">
                <a:solidFill>
                  <a:schemeClr val="tx1"/>
                </a:solidFill>
              </a:rPr>
              <a:t> Professor Push</a:t>
            </a:r>
          </a:p>
          <a:p>
            <a:r>
              <a:rPr lang="en-GB" sz="800" dirty="0">
                <a:solidFill>
                  <a:schemeClr val="tx1"/>
                </a:solidFill>
              </a:rPr>
              <a:t> Diplomacy Director</a:t>
            </a:r>
          </a:p>
        </p:txBody>
      </p:sp>
      <p:pic>
        <p:nvPicPr>
          <p:cNvPr id="33" name="Picture 2">
            <a:extLst>
              <a:ext uri="{FF2B5EF4-FFF2-40B4-BE49-F238E27FC236}">
                <a16:creationId xmlns:a16="http://schemas.microsoft.com/office/drawing/2014/main" id="{2DE02A1A-DB0B-593E-A286-24D8A5DA91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540339" y="1926000"/>
            <a:ext cx="540000" cy="540000"/>
          </a:xfrm>
          <a:prstGeom prst="rect">
            <a:avLst/>
          </a:prstGeom>
          <a:noFill/>
          <a:ln w="57150">
            <a:solidFill>
              <a:srgbClr val="00B0F0"/>
            </a:solidFill>
          </a:ln>
          <a:effectLst>
            <a:softEdge rad="25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5277D12C-FF41-928E-CABD-F876B2246274}"/>
              </a:ext>
            </a:extLst>
          </p:cNvPr>
          <p:cNvGrpSpPr/>
          <p:nvPr/>
        </p:nvGrpSpPr>
        <p:grpSpPr>
          <a:xfrm>
            <a:off x="7540339" y="4392000"/>
            <a:ext cx="1762985" cy="540000"/>
            <a:chOff x="7540339" y="4744285"/>
            <a:chExt cx="1762985" cy="540000"/>
          </a:xfrm>
        </p:grpSpPr>
        <p:sp>
          <p:nvSpPr>
            <p:cNvPr id="1025" name="Rectangle: Rounded Corners 1024">
              <a:extLst>
                <a:ext uri="{FF2B5EF4-FFF2-40B4-BE49-F238E27FC236}">
                  <a16:creationId xmlns:a16="http://schemas.microsoft.com/office/drawing/2014/main" id="{7290BD17-88BC-9A85-F64F-5AEFDF71D964}"/>
                </a:ext>
              </a:extLst>
            </p:cNvPr>
            <p:cNvSpPr/>
            <p:nvPr/>
          </p:nvSpPr>
          <p:spPr>
            <a:xfrm>
              <a:off x="8043324" y="4797410"/>
              <a:ext cx="1260000" cy="45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 dirty="0">
                  <a:solidFill>
                    <a:schemeClr val="tx1"/>
                  </a:solidFill>
                </a:rPr>
                <a:t> Pain</a:t>
              </a:r>
            </a:p>
            <a:p>
              <a:r>
                <a:rPr lang="en-GB" sz="800" dirty="0">
                  <a:solidFill>
                    <a:schemeClr val="tx1"/>
                  </a:solidFill>
                </a:rPr>
                <a:t> Military Director</a:t>
              </a:r>
            </a:p>
          </p:txBody>
        </p:sp>
        <p:pic>
          <p:nvPicPr>
            <p:cNvPr id="1027" name="Picture 2">
              <a:extLst>
                <a:ext uri="{FF2B5EF4-FFF2-40B4-BE49-F238E27FC236}">
                  <a16:creationId xmlns:a16="http://schemas.microsoft.com/office/drawing/2014/main" id="{84A17E14-7971-F3E7-C1AE-D83325B47B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7540339" y="4744285"/>
              <a:ext cx="540000" cy="540000"/>
            </a:xfrm>
            <a:prstGeom prst="rect">
              <a:avLst/>
            </a:prstGeom>
            <a:noFill/>
            <a:ln w="57150">
              <a:solidFill>
                <a:srgbClr val="00B0F0"/>
              </a:solidFill>
            </a:ln>
            <a:effectLst>
              <a:softEdge rad="254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76791F7-02EB-89E7-33D5-35A27E5A31A6}"/>
              </a:ext>
            </a:extLst>
          </p:cNvPr>
          <p:cNvGrpSpPr/>
          <p:nvPr/>
        </p:nvGrpSpPr>
        <p:grpSpPr>
          <a:xfrm>
            <a:off x="7540339" y="3159000"/>
            <a:ext cx="1762985" cy="540000"/>
            <a:chOff x="7540339" y="2630571"/>
            <a:chExt cx="1762985" cy="540000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B6F8F717-D0A6-0A60-67C9-B81F59C33A7D}"/>
                </a:ext>
              </a:extLst>
            </p:cNvPr>
            <p:cNvSpPr/>
            <p:nvPr/>
          </p:nvSpPr>
          <p:spPr>
            <a:xfrm>
              <a:off x="8043324" y="2683696"/>
              <a:ext cx="1260000" cy="45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000" dirty="0">
                  <a:solidFill>
                    <a:schemeClr val="tx1"/>
                  </a:solidFill>
                </a:rPr>
                <a:t> Banana Bread</a:t>
              </a:r>
            </a:p>
            <a:p>
              <a:r>
                <a:rPr lang="en-GB" sz="900" dirty="0">
                  <a:solidFill>
                    <a:schemeClr val="tx1"/>
                  </a:solidFill>
                </a:rPr>
                <a:t> Classiness Director</a:t>
              </a:r>
            </a:p>
          </p:txBody>
        </p:sp>
        <p:pic>
          <p:nvPicPr>
            <p:cNvPr id="35" name="Picture 2">
              <a:extLst>
                <a:ext uri="{FF2B5EF4-FFF2-40B4-BE49-F238E27FC236}">
                  <a16:creationId xmlns:a16="http://schemas.microsoft.com/office/drawing/2014/main" id="{1AF582D7-EC70-743D-BF06-E1D4075EC4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7540339" y="2630571"/>
              <a:ext cx="540000" cy="540000"/>
            </a:xfrm>
            <a:prstGeom prst="rect">
              <a:avLst/>
            </a:prstGeom>
            <a:noFill/>
            <a:ln w="57150">
              <a:solidFill>
                <a:srgbClr val="00B0F0"/>
              </a:solidFill>
            </a:ln>
            <a:effectLst>
              <a:softEdge rad="254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50" name="Group 1049">
            <a:extLst>
              <a:ext uri="{FF2B5EF4-FFF2-40B4-BE49-F238E27FC236}">
                <a16:creationId xmlns:a16="http://schemas.microsoft.com/office/drawing/2014/main" id="{03E8E7DA-033A-1BBD-FE05-EE432D1F1F8B}"/>
              </a:ext>
            </a:extLst>
          </p:cNvPr>
          <p:cNvGrpSpPr/>
          <p:nvPr/>
        </p:nvGrpSpPr>
        <p:grpSpPr>
          <a:xfrm>
            <a:off x="9866170" y="4392000"/>
            <a:ext cx="1762985" cy="540000"/>
            <a:chOff x="9866170" y="5008500"/>
            <a:chExt cx="1762985" cy="540000"/>
          </a:xfrm>
        </p:grpSpPr>
        <p:sp>
          <p:nvSpPr>
            <p:cNvPr id="1033" name="Rectangle: Rounded Corners 1032">
              <a:extLst>
                <a:ext uri="{FF2B5EF4-FFF2-40B4-BE49-F238E27FC236}">
                  <a16:creationId xmlns:a16="http://schemas.microsoft.com/office/drawing/2014/main" id="{7E25F869-80A2-6964-D3BF-2432D18EFAAE}"/>
                </a:ext>
              </a:extLst>
            </p:cNvPr>
            <p:cNvSpPr/>
            <p:nvPr/>
          </p:nvSpPr>
          <p:spPr>
            <a:xfrm>
              <a:off x="10369155" y="5061625"/>
              <a:ext cx="1260000" cy="45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 dirty="0">
                  <a:solidFill>
                    <a:schemeClr val="tx1"/>
                  </a:solidFill>
                </a:rPr>
                <a:t> Cheese Loaf</a:t>
              </a:r>
            </a:p>
            <a:p>
              <a:r>
                <a:rPr lang="en-GB" sz="800" dirty="0">
                  <a:solidFill>
                    <a:schemeClr val="tx1"/>
                  </a:solidFill>
                </a:rPr>
                <a:t> </a:t>
              </a:r>
              <a:r>
                <a:rPr lang="en-GB" sz="900" dirty="0">
                  <a:solidFill>
                    <a:schemeClr val="tx1"/>
                  </a:solidFill>
                </a:rPr>
                <a:t>Chief of Staff</a:t>
              </a:r>
              <a:endParaRPr lang="en-GB" sz="800" dirty="0">
                <a:solidFill>
                  <a:schemeClr val="tx1"/>
                </a:solidFill>
              </a:endParaRPr>
            </a:p>
          </p:txBody>
        </p:sp>
        <p:pic>
          <p:nvPicPr>
            <p:cNvPr id="1034" name="Picture 2">
              <a:extLst>
                <a:ext uri="{FF2B5EF4-FFF2-40B4-BE49-F238E27FC236}">
                  <a16:creationId xmlns:a16="http://schemas.microsoft.com/office/drawing/2014/main" id="{3B8E9540-DC7B-849B-4E91-2F15E90AA2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9866170" y="5008500"/>
              <a:ext cx="540000" cy="540000"/>
            </a:xfrm>
            <a:prstGeom prst="rect">
              <a:avLst/>
            </a:prstGeom>
            <a:noFill/>
            <a:ln w="57150">
              <a:solidFill>
                <a:srgbClr val="00B0F0"/>
              </a:solidFill>
            </a:ln>
            <a:effectLst>
              <a:softEdge rad="254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49" name="Group 1048">
            <a:extLst>
              <a:ext uri="{FF2B5EF4-FFF2-40B4-BE49-F238E27FC236}">
                <a16:creationId xmlns:a16="http://schemas.microsoft.com/office/drawing/2014/main" id="{DD0C9EC8-AC84-9D12-3700-B67A9236F2CE}"/>
              </a:ext>
            </a:extLst>
          </p:cNvPr>
          <p:cNvGrpSpPr/>
          <p:nvPr/>
        </p:nvGrpSpPr>
        <p:grpSpPr>
          <a:xfrm>
            <a:off x="9866170" y="3611056"/>
            <a:ext cx="1762985" cy="540000"/>
            <a:chOff x="9866170" y="4083750"/>
            <a:chExt cx="1762985" cy="540000"/>
          </a:xfrm>
        </p:grpSpPr>
        <p:sp>
          <p:nvSpPr>
            <p:cNvPr id="1173" name="Rectangle: Rounded Corners 1172">
              <a:extLst>
                <a:ext uri="{FF2B5EF4-FFF2-40B4-BE49-F238E27FC236}">
                  <a16:creationId xmlns:a16="http://schemas.microsoft.com/office/drawing/2014/main" id="{9E9273F9-F059-3B9E-14EF-2EFEB57EA7B4}"/>
                </a:ext>
              </a:extLst>
            </p:cNvPr>
            <p:cNvSpPr/>
            <p:nvPr/>
          </p:nvSpPr>
          <p:spPr>
            <a:xfrm>
              <a:off x="10369155" y="4136875"/>
              <a:ext cx="1260000" cy="45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 dirty="0">
                  <a:solidFill>
                    <a:schemeClr val="tx1"/>
                  </a:solidFill>
                </a:rPr>
                <a:t> Crumpet</a:t>
              </a:r>
            </a:p>
            <a:p>
              <a:r>
                <a:rPr lang="en-GB" sz="900" dirty="0">
                  <a:solidFill>
                    <a:schemeClr val="tx1"/>
                  </a:solidFill>
                </a:rPr>
                <a:t> </a:t>
              </a:r>
              <a:r>
                <a:rPr lang="en-GB" sz="700" dirty="0">
                  <a:solidFill>
                    <a:schemeClr val="tx1"/>
                  </a:solidFill>
                </a:rPr>
                <a:t>Military 2IC</a:t>
              </a:r>
            </a:p>
          </p:txBody>
        </p:sp>
        <p:pic>
          <p:nvPicPr>
            <p:cNvPr id="1174" name="Picture 2">
              <a:extLst>
                <a:ext uri="{FF2B5EF4-FFF2-40B4-BE49-F238E27FC236}">
                  <a16:creationId xmlns:a16="http://schemas.microsoft.com/office/drawing/2014/main" id="{1F8885FD-D8E1-48AF-2D74-31FD113BEB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9866170" y="4083750"/>
              <a:ext cx="540000" cy="540000"/>
            </a:xfrm>
            <a:prstGeom prst="rect">
              <a:avLst/>
            </a:prstGeom>
            <a:noFill/>
            <a:ln w="57150">
              <a:solidFill>
                <a:srgbClr val="00B0F0"/>
              </a:solidFill>
            </a:ln>
            <a:effectLst>
              <a:softEdge rad="254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52" name="Group 1051">
            <a:extLst>
              <a:ext uri="{FF2B5EF4-FFF2-40B4-BE49-F238E27FC236}">
                <a16:creationId xmlns:a16="http://schemas.microsoft.com/office/drawing/2014/main" id="{DC3E6D0F-D0B9-1F53-1A37-7447932A3BCD}"/>
              </a:ext>
            </a:extLst>
          </p:cNvPr>
          <p:cNvGrpSpPr/>
          <p:nvPr/>
        </p:nvGrpSpPr>
        <p:grpSpPr>
          <a:xfrm>
            <a:off x="9866170" y="5214038"/>
            <a:ext cx="1762985" cy="540000"/>
            <a:chOff x="9866170" y="5933250"/>
            <a:chExt cx="1762985" cy="540000"/>
          </a:xfrm>
        </p:grpSpPr>
        <p:sp>
          <p:nvSpPr>
            <p:cNvPr id="1035" name="Rectangle: Rounded Corners 1034">
              <a:extLst>
                <a:ext uri="{FF2B5EF4-FFF2-40B4-BE49-F238E27FC236}">
                  <a16:creationId xmlns:a16="http://schemas.microsoft.com/office/drawing/2014/main" id="{242825B1-BFBB-13B5-4D12-04E99B26C281}"/>
                </a:ext>
              </a:extLst>
            </p:cNvPr>
            <p:cNvSpPr/>
            <p:nvPr/>
          </p:nvSpPr>
          <p:spPr>
            <a:xfrm>
              <a:off x="10369155" y="5986375"/>
              <a:ext cx="1260000" cy="45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 dirty="0">
                  <a:solidFill>
                    <a:schemeClr val="tx1"/>
                  </a:solidFill>
                </a:rPr>
                <a:t> Panini</a:t>
              </a:r>
            </a:p>
            <a:p>
              <a:r>
                <a:rPr lang="en-GB" sz="1050" dirty="0">
                  <a:solidFill>
                    <a:schemeClr val="tx1"/>
                  </a:solidFill>
                </a:rPr>
                <a:t> </a:t>
              </a:r>
              <a:r>
                <a:rPr lang="en-GB" sz="900" dirty="0">
                  <a:solidFill>
                    <a:schemeClr val="tx1"/>
                  </a:solidFill>
                </a:rPr>
                <a:t>Recon</a:t>
              </a:r>
            </a:p>
          </p:txBody>
        </p:sp>
        <p:pic>
          <p:nvPicPr>
            <p:cNvPr id="1036" name="Picture 2">
              <a:extLst>
                <a:ext uri="{FF2B5EF4-FFF2-40B4-BE49-F238E27FC236}">
                  <a16:creationId xmlns:a16="http://schemas.microsoft.com/office/drawing/2014/main" id="{7C9F1217-E0DB-B5C1-5EC4-DCDAFD4633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9866170" y="5933250"/>
              <a:ext cx="540000" cy="540000"/>
            </a:xfrm>
            <a:prstGeom prst="rect">
              <a:avLst/>
            </a:prstGeom>
            <a:noFill/>
            <a:ln w="57150">
              <a:solidFill>
                <a:srgbClr val="00B0F0"/>
              </a:solidFill>
            </a:ln>
            <a:effectLst>
              <a:softEdge rad="254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437FEA52-9F17-37EA-D3A4-EA95C0FFE6C2}"/>
              </a:ext>
            </a:extLst>
          </p:cNvPr>
          <p:cNvGrpSpPr/>
          <p:nvPr/>
        </p:nvGrpSpPr>
        <p:grpSpPr>
          <a:xfrm>
            <a:off x="2888677" y="5801142"/>
            <a:ext cx="1762985" cy="540000"/>
            <a:chOff x="2888677" y="5933250"/>
            <a:chExt cx="1762985" cy="540000"/>
          </a:xfrm>
        </p:grpSpPr>
        <p:sp>
          <p:nvSpPr>
            <p:cNvPr id="1115" name="Rectangle: Rounded Corners 1114">
              <a:extLst>
                <a:ext uri="{FF2B5EF4-FFF2-40B4-BE49-F238E27FC236}">
                  <a16:creationId xmlns:a16="http://schemas.microsoft.com/office/drawing/2014/main" id="{287E21C7-7860-7636-EF3B-E3D8D339B919}"/>
                </a:ext>
              </a:extLst>
            </p:cNvPr>
            <p:cNvSpPr/>
            <p:nvPr/>
          </p:nvSpPr>
          <p:spPr>
            <a:xfrm>
              <a:off x="3391662" y="5986375"/>
              <a:ext cx="1260000" cy="45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 dirty="0">
                  <a:solidFill>
                    <a:schemeClr val="tx1"/>
                  </a:solidFill>
                </a:rPr>
                <a:t> Boulle</a:t>
              </a:r>
            </a:p>
            <a:p>
              <a:r>
                <a:rPr lang="en-GB" sz="800" dirty="0">
                  <a:solidFill>
                    <a:schemeClr val="tx1"/>
                  </a:solidFill>
                </a:rPr>
                <a:t> Shenanigans Director</a:t>
              </a:r>
              <a:endParaRPr lang="en-GB" sz="900" dirty="0">
                <a:solidFill>
                  <a:schemeClr val="tx1"/>
                </a:solidFill>
              </a:endParaRPr>
            </a:p>
          </p:txBody>
        </p:sp>
        <p:pic>
          <p:nvPicPr>
            <p:cNvPr id="1116" name="Picture 2">
              <a:extLst>
                <a:ext uri="{FF2B5EF4-FFF2-40B4-BE49-F238E27FC236}">
                  <a16:creationId xmlns:a16="http://schemas.microsoft.com/office/drawing/2014/main" id="{28A7B93C-7182-E215-17E6-BFC42415C5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2888677" y="5933250"/>
              <a:ext cx="540000" cy="540000"/>
            </a:xfrm>
            <a:prstGeom prst="rect">
              <a:avLst/>
            </a:prstGeom>
            <a:noFill/>
            <a:ln w="57150">
              <a:solidFill>
                <a:srgbClr val="00B0F0"/>
              </a:solidFill>
            </a:ln>
            <a:effectLst>
              <a:softEdge rad="254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263" name="Connector: Elbow 1262">
            <a:extLst>
              <a:ext uri="{FF2B5EF4-FFF2-40B4-BE49-F238E27FC236}">
                <a16:creationId xmlns:a16="http://schemas.microsoft.com/office/drawing/2014/main" id="{FC50C41D-A063-2E0A-92C2-51A7BA297468}"/>
              </a:ext>
            </a:extLst>
          </p:cNvPr>
          <p:cNvCxnSpPr>
            <a:cxnSpLocks/>
            <a:stCxn id="1272" idx="1"/>
            <a:endCxn id="1151" idx="3"/>
          </p:cNvCxnSpPr>
          <p:nvPr/>
        </p:nvCxnSpPr>
        <p:spPr>
          <a:xfrm rot="10800000" flipV="1">
            <a:off x="2294502" y="786857"/>
            <a:ext cx="582287" cy="1064982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90439923-9DAC-FC41-A1DC-A626564885DC}"/>
              </a:ext>
            </a:extLst>
          </p:cNvPr>
          <p:cNvGrpSpPr/>
          <p:nvPr/>
        </p:nvGrpSpPr>
        <p:grpSpPr>
          <a:xfrm>
            <a:off x="2876788" y="516857"/>
            <a:ext cx="1774536" cy="540000"/>
            <a:chOff x="2876788" y="384669"/>
            <a:chExt cx="1774536" cy="540000"/>
          </a:xfrm>
        </p:grpSpPr>
        <p:sp>
          <p:nvSpPr>
            <p:cNvPr id="1093" name="Rectangle: Rounded Corners 1092">
              <a:extLst>
                <a:ext uri="{FF2B5EF4-FFF2-40B4-BE49-F238E27FC236}">
                  <a16:creationId xmlns:a16="http://schemas.microsoft.com/office/drawing/2014/main" id="{B5A27D7F-EC4D-63FD-EAD8-241D4F44C143}"/>
                </a:ext>
              </a:extLst>
            </p:cNvPr>
            <p:cNvSpPr/>
            <p:nvPr/>
          </p:nvSpPr>
          <p:spPr>
            <a:xfrm>
              <a:off x="3391324" y="437875"/>
              <a:ext cx="1260000" cy="45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 dirty="0">
                  <a:solidFill>
                    <a:schemeClr val="tx1"/>
                  </a:solidFill>
                </a:rPr>
                <a:t>Potato Bread</a:t>
              </a:r>
            </a:p>
            <a:p>
              <a:r>
                <a:rPr lang="en-GB" sz="900" dirty="0">
                  <a:solidFill>
                    <a:schemeClr val="tx1"/>
                  </a:solidFill>
                </a:rPr>
                <a:t>Finance Director</a:t>
              </a:r>
            </a:p>
          </p:txBody>
        </p:sp>
        <p:pic>
          <p:nvPicPr>
            <p:cNvPr id="1272" name="Picture 2">
              <a:extLst>
                <a:ext uri="{FF2B5EF4-FFF2-40B4-BE49-F238E27FC236}">
                  <a16:creationId xmlns:a16="http://schemas.microsoft.com/office/drawing/2014/main" id="{9724D28B-2605-B513-EF3B-97CD8BAA86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2876788" y="384669"/>
              <a:ext cx="526500" cy="540000"/>
            </a:xfrm>
            <a:prstGeom prst="rect">
              <a:avLst/>
            </a:prstGeom>
            <a:noFill/>
            <a:ln w="57150">
              <a:solidFill>
                <a:srgbClr val="00B0F0"/>
              </a:solidFill>
            </a:ln>
            <a:effectLst>
              <a:softEdge rad="254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D548BCA-1B38-F84C-1EF3-EFA2F830FCEB}"/>
              </a:ext>
            </a:extLst>
          </p:cNvPr>
          <p:cNvGrpSpPr/>
          <p:nvPr/>
        </p:nvGrpSpPr>
        <p:grpSpPr>
          <a:xfrm>
            <a:off x="7528182" y="5625000"/>
            <a:ext cx="1775142" cy="540000"/>
            <a:chOff x="7528182" y="5808429"/>
            <a:chExt cx="1775142" cy="540000"/>
          </a:xfrm>
        </p:grpSpPr>
        <p:sp>
          <p:nvSpPr>
            <p:cNvPr id="1029" name="Rectangle: Rounded Corners 1028">
              <a:extLst>
                <a:ext uri="{FF2B5EF4-FFF2-40B4-BE49-F238E27FC236}">
                  <a16:creationId xmlns:a16="http://schemas.microsoft.com/office/drawing/2014/main" id="{9F7802EB-8E88-1BE1-F10F-6ADDC6EC951D}"/>
                </a:ext>
              </a:extLst>
            </p:cNvPr>
            <p:cNvSpPr/>
            <p:nvPr/>
          </p:nvSpPr>
          <p:spPr>
            <a:xfrm>
              <a:off x="8043324" y="5854267"/>
              <a:ext cx="1260000" cy="45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 dirty="0">
                  <a:solidFill>
                    <a:schemeClr val="tx1"/>
                  </a:solidFill>
                </a:rPr>
                <a:t> Baguette</a:t>
              </a:r>
            </a:p>
            <a:p>
              <a:r>
                <a:rPr lang="en-GB" sz="800" dirty="0">
                  <a:solidFill>
                    <a:schemeClr val="tx1"/>
                  </a:solidFill>
                </a:rPr>
                <a:t> Dojo Director</a:t>
              </a:r>
            </a:p>
          </p:txBody>
        </p:sp>
        <p:pic>
          <p:nvPicPr>
            <p:cNvPr id="1031" name="Picture 2">
              <a:extLst>
                <a:ext uri="{FF2B5EF4-FFF2-40B4-BE49-F238E27FC236}">
                  <a16:creationId xmlns:a16="http://schemas.microsoft.com/office/drawing/2014/main" id="{997776E4-2996-8399-78C5-6FD12638AF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7528182" y="5808429"/>
              <a:ext cx="540000" cy="540000"/>
            </a:xfrm>
            <a:prstGeom prst="rect">
              <a:avLst/>
            </a:prstGeom>
            <a:noFill/>
            <a:ln w="57150">
              <a:solidFill>
                <a:srgbClr val="00B0F0"/>
              </a:solidFill>
            </a:ln>
            <a:effectLst>
              <a:softEdge rad="254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77A86898-AC50-3CE1-707B-65DEFFCEB3AC}"/>
              </a:ext>
            </a:extLst>
          </p:cNvPr>
          <p:cNvGrpSpPr/>
          <p:nvPr/>
        </p:nvGrpSpPr>
        <p:grpSpPr>
          <a:xfrm>
            <a:off x="2888677" y="3687428"/>
            <a:ext cx="1762985" cy="540000"/>
            <a:chOff x="2888677" y="4083750"/>
            <a:chExt cx="1762985" cy="540000"/>
          </a:xfrm>
        </p:grpSpPr>
        <p:sp>
          <p:nvSpPr>
            <p:cNvPr id="1101" name="Rectangle: Rounded Corners 1100">
              <a:extLst>
                <a:ext uri="{FF2B5EF4-FFF2-40B4-BE49-F238E27FC236}">
                  <a16:creationId xmlns:a16="http://schemas.microsoft.com/office/drawing/2014/main" id="{F7808B3C-0AC6-4B7F-E4D0-EA4721672DEC}"/>
                </a:ext>
              </a:extLst>
            </p:cNvPr>
            <p:cNvSpPr/>
            <p:nvPr/>
          </p:nvSpPr>
          <p:spPr>
            <a:xfrm>
              <a:off x="3391662" y="4136875"/>
              <a:ext cx="1260000" cy="45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 dirty="0">
                  <a:solidFill>
                    <a:schemeClr val="tx1"/>
                  </a:solidFill>
                </a:rPr>
                <a:t> Zucchini Bread</a:t>
              </a:r>
            </a:p>
            <a:p>
              <a:r>
                <a:rPr lang="en-GB" sz="800" dirty="0">
                  <a:solidFill>
                    <a:schemeClr val="tx1"/>
                  </a:solidFill>
                </a:rPr>
                <a:t> </a:t>
              </a:r>
              <a:r>
                <a:rPr lang="en-GB" sz="900" dirty="0">
                  <a:solidFill>
                    <a:schemeClr val="tx1"/>
                  </a:solidFill>
                </a:rPr>
                <a:t>IT Director</a:t>
              </a:r>
            </a:p>
          </p:txBody>
        </p:sp>
        <p:pic>
          <p:nvPicPr>
            <p:cNvPr id="1102" name="Picture 2">
              <a:extLst>
                <a:ext uri="{FF2B5EF4-FFF2-40B4-BE49-F238E27FC236}">
                  <a16:creationId xmlns:a16="http://schemas.microsoft.com/office/drawing/2014/main" id="{51F79C99-598D-B245-45B6-80F0E049B4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2888677" y="4083750"/>
              <a:ext cx="540000" cy="540000"/>
            </a:xfrm>
            <a:prstGeom prst="rect">
              <a:avLst/>
            </a:prstGeom>
            <a:noFill/>
            <a:ln w="57150">
              <a:solidFill>
                <a:srgbClr val="00B0F0"/>
              </a:solidFill>
            </a:ln>
            <a:effectLst>
              <a:softEdge rad="254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47" name="Group 1046">
            <a:extLst>
              <a:ext uri="{FF2B5EF4-FFF2-40B4-BE49-F238E27FC236}">
                <a16:creationId xmlns:a16="http://schemas.microsoft.com/office/drawing/2014/main" id="{B832164A-BC24-0FD3-1BC3-D768F834B925}"/>
              </a:ext>
            </a:extLst>
          </p:cNvPr>
          <p:cNvGrpSpPr/>
          <p:nvPr/>
        </p:nvGrpSpPr>
        <p:grpSpPr>
          <a:xfrm>
            <a:off x="9866622" y="687863"/>
            <a:ext cx="1762703" cy="540000"/>
            <a:chOff x="9866622" y="512503"/>
            <a:chExt cx="1762703" cy="540000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231D1C76-4B41-13CF-FE76-21E6C33DB220}"/>
                </a:ext>
              </a:extLst>
            </p:cNvPr>
            <p:cNvSpPr/>
            <p:nvPr/>
          </p:nvSpPr>
          <p:spPr>
            <a:xfrm>
              <a:off x="10369325" y="545752"/>
              <a:ext cx="1260000" cy="45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 dirty="0">
                  <a:solidFill>
                    <a:schemeClr val="tx1"/>
                  </a:solidFill>
                </a:rPr>
                <a:t> Stottie</a:t>
              </a:r>
            </a:p>
            <a:p>
              <a:r>
                <a:rPr lang="en-GB" sz="900" dirty="0">
                  <a:solidFill>
                    <a:schemeClr val="tx1"/>
                  </a:solidFill>
                </a:rPr>
                <a:t> Recruitment 2IC</a:t>
              </a:r>
              <a:br>
                <a:rPr lang="en-GB" sz="900" dirty="0">
                  <a:solidFill>
                    <a:schemeClr val="tx1"/>
                  </a:solidFill>
                </a:rPr>
              </a:br>
              <a:r>
                <a:rPr lang="en-GB" sz="900" dirty="0">
                  <a:solidFill>
                    <a:schemeClr val="tx1"/>
                  </a:solidFill>
                </a:rPr>
                <a:t> </a:t>
              </a:r>
              <a:r>
                <a:rPr lang="en-GB" sz="800" dirty="0">
                  <a:solidFill>
                    <a:schemeClr val="tx1"/>
                  </a:solidFill>
                </a:rPr>
                <a:t>and Corp Coordination</a:t>
              </a:r>
              <a:endParaRPr lang="en-GB" sz="900" dirty="0">
                <a:solidFill>
                  <a:schemeClr val="tx1"/>
                </a:solidFill>
              </a:endParaRPr>
            </a:p>
          </p:txBody>
        </p:sp>
        <p:pic>
          <p:nvPicPr>
            <p:cNvPr id="1280" name="Picture 2">
              <a:extLst>
                <a:ext uri="{FF2B5EF4-FFF2-40B4-BE49-F238E27FC236}">
                  <a16:creationId xmlns:a16="http://schemas.microsoft.com/office/drawing/2014/main" id="{20C56C07-808C-B647-86BC-A932768050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9866622" y="512503"/>
              <a:ext cx="540000" cy="540000"/>
            </a:xfrm>
            <a:prstGeom prst="rect">
              <a:avLst/>
            </a:prstGeom>
            <a:noFill/>
            <a:ln w="57150">
              <a:solidFill>
                <a:srgbClr val="00B0F0"/>
              </a:solidFill>
            </a:ln>
            <a:effectLst>
              <a:softEdge rad="254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57" name="Rectangle: Rounded Corners 1156">
            <a:extLst>
              <a:ext uri="{FF2B5EF4-FFF2-40B4-BE49-F238E27FC236}">
                <a16:creationId xmlns:a16="http://schemas.microsoft.com/office/drawing/2014/main" id="{EB07547B-154C-46A4-CB60-60D400E6662F}"/>
              </a:ext>
            </a:extLst>
          </p:cNvPr>
          <p:cNvSpPr/>
          <p:nvPr/>
        </p:nvSpPr>
        <p:spPr>
          <a:xfrm>
            <a:off x="1034501" y="561196"/>
            <a:ext cx="1260000" cy="450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900" dirty="0">
                <a:solidFill>
                  <a:schemeClr val="tx1"/>
                </a:solidFill>
              </a:rPr>
              <a:t> Lefse</a:t>
            </a:r>
          </a:p>
          <a:p>
            <a:r>
              <a:rPr lang="en-GB" sz="800" dirty="0">
                <a:solidFill>
                  <a:schemeClr val="tx1"/>
                </a:solidFill>
              </a:rPr>
              <a:t> </a:t>
            </a:r>
            <a:r>
              <a:rPr lang="en-GB" sz="900" dirty="0">
                <a:solidFill>
                  <a:schemeClr val="tx1"/>
                </a:solidFill>
              </a:rPr>
              <a:t>SRP</a:t>
            </a:r>
            <a:endParaRPr lang="en-GB" sz="700" dirty="0">
              <a:solidFill>
                <a:schemeClr val="tx1"/>
              </a:solidFill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F65253CA-CBA1-0460-48FA-B8460F3F15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32366" y="506583"/>
            <a:ext cx="540000" cy="540000"/>
          </a:xfrm>
          <a:prstGeom prst="rect">
            <a:avLst/>
          </a:prstGeom>
          <a:noFill/>
          <a:ln w="57150">
            <a:solidFill>
              <a:srgbClr val="00B0F0"/>
            </a:solidFill>
          </a:ln>
          <a:effectLst>
            <a:softEdge rad="25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C8B4AAEC-A287-7C4F-4846-6D991335777A}"/>
              </a:ext>
            </a:extLst>
          </p:cNvPr>
          <p:cNvSpPr/>
          <p:nvPr/>
        </p:nvSpPr>
        <p:spPr>
          <a:xfrm>
            <a:off x="10369155" y="2584667"/>
            <a:ext cx="1260000" cy="450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900" dirty="0">
                <a:solidFill>
                  <a:schemeClr val="tx1"/>
                </a:solidFill>
              </a:rPr>
              <a:t> Bagel</a:t>
            </a:r>
          </a:p>
          <a:p>
            <a:r>
              <a:rPr lang="en-GB" sz="800" dirty="0">
                <a:solidFill>
                  <a:schemeClr val="tx1"/>
                </a:solidFill>
              </a:rPr>
              <a:t> </a:t>
            </a:r>
            <a:r>
              <a:rPr lang="en-GB" sz="700" dirty="0">
                <a:solidFill>
                  <a:schemeClr val="tx1"/>
                </a:solidFill>
              </a:rPr>
              <a:t>2IC Classiness and Diplo</a:t>
            </a:r>
            <a:endParaRPr lang="en-GB" sz="600" dirty="0">
              <a:solidFill>
                <a:schemeClr val="tx1"/>
              </a:solidFill>
            </a:endParaRP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AFC59C7D-9B61-721C-B7B8-30CD3F73E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860256" y="2542448"/>
            <a:ext cx="540000" cy="540000"/>
          </a:xfrm>
          <a:prstGeom prst="rect">
            <a:avLst/>
          </a:prstGeom>
          <a:noFill/>
          <a:ln w="57150">
            <a:solidFill>
              <a:srgbClr val="00B0F0"/>
            </a:solidFill>
          </a:ln>
          <a:effectLst>
            <a:softEdge rad="25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2CBDA8A2-DD6E-03DA-11E8-97133A785059}"/>
              </a:ext>
            </a:extLst>
          </p:cNvPr>
          <p:cNvCxnSpPr>
            <a:cxnSpLocks/>
            <a:stCxn id="24" idx="3"/>
            <a:endCxn id="1280" idx="1"/>
          </p:cNvCxnSpPr>
          <p:nvPr/>
        </p:nvCxnSpPr>
        <p:spPr>
          <a:xfrm flipV="1">
            <a:off x="9303663" y="957863"/>
            <a:ext cx="562959" cy="5137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6C9633BB-DCBE-A0A7-E96E-BB74F5CA3FCD}"/>
              </a:ext>
            </a:extLst>
          </p:cNvPr>
          <p:cNvCxnSpPr>
            <a:cxnSpLocks/>
            <a:stCxn id="32" idx="3"/>
            <a:endCxn id="16" idx="1"/>
          </p:cNvCxnSpPr>
          <p:nvPr/>
        </p:nvCxnSpPr>
        <p:spPr>
          <a:xfrm>
            <a:off x="9303324" y="2204125"/>
            <a:ext cx="556932" cy="60832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1" name="Connector: Elbow 1060">
            <a:extLst>
              <a:ext uri="{FF2B5EF4-FFF2-40B4-BE49-F238E27FC236}">
                <a16:creationId xmlns:a16="http://schemas.microsoft.com/office/drawing/2014/main" id="{6B3C6016-BF39-2550-D398-83BD477A13D9}"/>
              </a:ext>
            </a:extLst>
          </p:cNvPr>
          <p:cNvCxnSpPr>
            <a:cxnSpLocks/>
            <a:stCxn id="38" idx="3"/>
            <a:endCxn id="33" idx="1"/>
          </p:cNvCxnSpPr>
          <p:nvPr/>
        </p:nvCxnSpPr>
        <p:spPr>
          <a:xfrm flipV="1">
            <a:off x="6977493" y="2196000"/>
            <a:ext cx="562846" cy="1784126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68" name="Picture 2">
            <a:extLst>
              <a:ext uri="{FF2B5EF4-FFF2-40B4-BE49-F238E27FC236}">
                <a16:creationId xmlns:a16="http://schemas.microsoft.com/office/drawing/2014/main" id="{965377E8-2FE6-0601-27F9-C969F9D9A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554020" y="695907"/>
            <a:ext cx="540000" cy="540000"/>
          </a:xfrm>
          <a:prstGeom prst="rect">
            <a:avLst/>
          </a:prstGeom>
          <a:noFill/>
          <a:ln w="57150">
            <a:solidFill>
              <a:srgbClr val="00B0F0"/>
            </a:solidFill>
          </a:ln>
          <a:effectLst>
            <a:softEdge rad="25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69" name="Connector: Elbow 1068">
            <a:extLst>
              <a:ext uri="{FF2B5EF4-FFF2-40B4-BE49-F238E27FC236}">
                <a16:creationId xmlns:a16="http://schemas.microsoft.com/office/drawing/2014/main" id="{C1E23A9E-52A6-323C-80BA-067EDE474895}"/>
              </a:ext>
            </a:extLst>
          </p:cNvPr>
          <p:cNvCxnSpPr>
            <a:cxnSpLocks/>
            <a:stCxn id="38" idx="3"/>
            <a:endCxn id="1031" idx="1"/>
          </p:cNvCxnSpPr>
          <p:nvPr/>
        </p:nvCxnSpPr>
        <p:spPr>
          <a:xfrm>
            <a:off x="6977493" y="3980126"/>
            <a:ext cx="550689" cy="1914874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piece of bread on a black background&#10;&#10;Description automatically generated">
            <a:extLst>
              <a:ext uri="{FF2B5EF4-FFF2-40B4-BE49-F238E27FC236}">
                <a16:creationId xmlns:a16="http://schemas.microsoft.com/office/drawing/2014/main" id="{BAC37B87-7DED-6E3F-A45F-D0A0FF4660C4}"/>
              </a:ext>
            </a:extLst>
          </p:cNvPr>
          <p:cNvPicPr>
            <a:picLocks noChangeAspect="1"/>
          </p:cNvPicPr>
          <p:nvPr/>
        </p:nvPicPr>
        <p:blipFill>
          <a:blip r:embed="rId2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1794" y="219642"/>
            <a:ext cx="1940785" cy="19642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35515F1-8860-3F5E-6B8F-9C1D1203A3EB}"/>
              </a:ext>
            </a:extLst>
          </p:cNvPr>
          <p:cNvSpPr txBox="1"/>
          <p:nvPr/>
        </p:nvSpPr>
        <p:spPr>
          <a:xfrm>
            <a:off x="5497663" y="1296077"/>
            <a:ext cx="1196674" cy="307777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  <a:latin typeface="EVE Alpha" panose="02000800000000000000" pitchFamily="2" charset="0"/>
              </a:rPr>
              <a:t>BREADERSHIP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3A3F20-F6F2-DD17-EF98-41EC68C5ABF0}"/>
              </a:ext>
            </a:extLst>
          </p:cNvPr>
          <p:cNvSpPr/>
          <p:nvPr/>
        </p:nvSpPr>
        <p:spPr>
          <a:xfrm>
            <a:off x="5098555" y="818597"/>
            <a:ext cx="200657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EVE Alpha" panose="02000800000000000000" pitchFamily="2" charset="0"/>
              </a:rPr>
              <a:t>BRAVE</a:t>
            </a:r>
            <a:endParaRPr lang="en-US" sz="28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EVE Alpha" panose="02000800000000000000" pitchFamily="2" charset="0"/>
            </a:endParaRP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411D15C8-4C75-0D13-00B9-C40DF052FC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540339" y="4368711"/>
            <a:ext cx="540000" cy="579552"/>
          </a:xfrm>
          <a:prstGeom prst="rect">
            <a:avLst/>
          </a:prstGeom>
          <a:noFill/>
          <a:ln w="57150">
            <a:solidFill>
              <a:srgbClr val="156082"/>
            </a:solidFill>
          </a:ln>
          <a:effectLst>
            <a:softEdge rad="25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400342D7-A987-5AAE-E081-0AFA9D61BB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863459" y="3616193"/>
            <a:ext cx="540000" cy="540000"/>
          </a:xfrm>
          <a:prstGeom prst="rect">
            <a:avLst/>
          </a:prstGeom>
          <a:noFill/>
          <a:ln w="57150">
            <a:solidFill>
              <a:srgbClr val="156082"/>
            </a:solidFill>
          </a:ln>
          <a:effectLst>
            <a:softEdge rad="25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D90C92AD-0FB4-8D4C-CE61-96A71B5B4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862916" y="4400125"/>
            <a:ext cx="540000" cy="540000"/>
          </a:xfrm>
          <a:prstGeom prst="rect">
            <a:avLst/>
          </a:prstGeom>
          <a:noFill/>
          <a:ln w="57150">
            <a:solidFill>
              <a:srgbClr val="156082"/>
            </a:solidFill>
          </a:ln>
          <a:effectLst>
            <a:softEdge rad="25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>
            <a:extLst>
              <a:ext uri="{FF2B5EF4-FFF2-40B4-BE49-F238E27FC236}">
                <a16:creationId xmlns:a16="http://schemas.microsoft.com/office/drawing/2014/main" id="{F62BFD9A-EE45-241D-235F-B9EEC195F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860256" y="5214039"/>
            <a:ext cx="540000" cy="540000"/>
          </a:xfrm>
          <a:prstGeom prst="rect">
            <a:avLst/>
          </a:prstGeom>
          <a:noFill/>
          <a:ln w="57150">
            <a:solidFill>
              <a:srgbClr val="156082"/>
            </a:solidFill>
          </a:ln>
          <a:effectLst>
            <a:softEdge rad="25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>
            <a:extLst>
              <a:ext uri="{FF2B5EF4-FFF2-40B4-BE49-F238E27FC236}">
                <a16:creationId xmlns:a16="http://schemas.microsoft.com/office/drawing/2014/main" id="{9F6A51B4-3A0F-1D0B-CE87-2500EFCD3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545476" y="700331"/>
            <a:ext cx="540000" cy="540000"/>
          </a:xfrm>
          <a:prstGeom prst="rect">
            <a:avLst/>
          </a:prstGeom>
          <a:noFill/>
          <a:ln w="57150">
            <a:solidFill>
              <a:srgbClr val="156082"/>
            </a:solidFill>
          </a:ln>
          <a:effectLst>
            <a:softEdge rad="25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05AD0656-D24C-F5B7-1AF7-674C11F135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548483" y="1934125"/>
            <a:ext cx="540000" cy="540000"/>
          </a:xfrm>
          <a:prstGeom prst="rect">
            <a:avLst/>
          </a:prstGeom>
          <a:noFill/>
          <a:ln w="57150">
            <a:solidFill>
              <a:srgbClr val="156082"/>
            </a:solidFill>
          </a:ln>
          <a:effectLst>
            <a:softEdge rad="25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>
            <a:extLst>
              <a:ext uri="{FF2B5EF4-FFF2-40B4-BE49-F238E27FC236}">
                <a16:creationId xmlns:a16="http://schemas.microsoft.com/office/drawing/2014/main" id="{0E8FF412-925A-D4FA-BE2A-762B481B32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534918" y="3153863"/>
            <a:ext cx="540000" cy="540000"/>
          </a:xfrm>
          <a:prstGeom prst="rect">
            <a:avLst/>
          </a:prstGeom>
          <a:noFill/>
          <a:ln w="57150">
            <a:solidFill>
              <a:srgbClr val="156082"/>
            </a:solidFill>
          </a:ln>
          <a:effectLst>
            <a:softEdge rad="25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>
            <a:extLst>
              <a:ext uri="{FF2B5EF4-FFF2-40B4-BE49-F238E27FC236}">
                <a16:creationId xmlns:a16="http://schemas.microsoft.com/office/drawing/2014/main" id="{D05A1493-D61C-2373-04AB-A778171CB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519791" y="5631621"/>
            <a:ext cx="540000" cy="540000"/>
          </a:xfrm>
          <a:prstGeom prst="rect">
            <a:avLst/>
          </a:prstGeom>
          <a:noFill/>
          <a:ln w="57150">
            <a:solidFill>
              <a:srgbClr val="156082"/>
            </a:solidFill>
          </a:ln>
          <a:effectLst>
            <a:softEdge rad="25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>
            <a:extLst>
              <a:ext uri="{FF2B5EF4-FFF2-40B4-BE49-F238E27FC236}">
                <a16:creationId xmlns:a16="http://schemas.microsoft.com/office/drawing/2014/main" id="{6645088D-4402-AFF5-E9D8-9303F9E4A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11502" y="2622220"/>
            <a:ext cx="540000" cy="540000"/>
          </a:xfrm>
          <a:prstGeom prst="rect">
            <a:avLst/>
          </a:prstGeom>
          <a:noFill/>
          <a:ln w="57150">
            <a:solidFill>
              <a:srgbClr val="156082"/>
            </a:solidFill>
          </a:ln>
          <a:effectLst>
            <a:softEdge rad="25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>
            <a:extLst>
              <a:ext uri="{FF2B5EF4-FFF2-40B4-BE49-F238E27FC236}">
                <a16:creationId xmlns:a16="http://schemas.microsoft.com/office/drawing/2014/main" id="{39C96593-D025-ACB8-A231-09099C3962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09371" y="3683516"/>
            <a:ext cx="540000" cy="540000"/>
          </a:xfrm>
          <a:prstGeom prst="rect">
            <a:avLst/>
          </a:prstGeom>
          <a:noFill/>
          <a:ln w="57150">
            <a:solidFill>
              <a:srgbClr val="156082"/>
            </a:solidFill>
          </a:ln>
          <a:effectLst>
            <a:softEdge rad="25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>
            <a:extLst>
              <a:ext uri="{FF2B5EF4-FFF2-40B4-BE49-F238E27FC236}">
                <a16:creationId xmlns:a16="http://schemas.microsoft.com/office/drawing/2014/main" id="{837575B6-BE3A-5E18-AED7-54514862AE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883540" y="3693338"/>
            <a:ext cx="540000" cy="540000"/>
          </a:xfrm>
          <a:prstGeom prst="rect">
            <a:avLst/>
          </a:prstGeom>
          <a:noFill/>
          <a:ln w="57150">
            <a:solidFill>
              <a:srgbClr val="156082"/>
            </a:solidFill>
          </a:ln>
          <a:effectLst>
            <a:softEdge rad="25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>
            <a:extLst>
              <a:ext uri="{FF2B5EF4-FFF2-40B4-BE49-F238E27FC236}">
                <a16:creationId xmlns:a16="http://schemas.microsoft.com/office/drawing/2014/main" id="{1EED3F68-11C4-AEE2-AE2D-5E7BFA3A6F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883540" y="1572417"/>
            <a:ext cx="540000" cy="540000"/>
          </a:xfrm>
          <a:prstGeom prst="rect">
            <a:avLst/>
          </a:prstGeom>
          <a:noFill/>
          <a:ln w="57150">
            <a:solidFill>
              <a:srgbClr val="156082"/>
            </a:solidFill>
          </a:ln>
          <a:effectLst>
            <a:softEdge rad="25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>
            <a:extLst>
              <a:ext uri="{FF2B5EF4-FFF2-40B4-BE49-F238E27FC236}">
                <a16:creationId xmlns:a16="http://schemas.microsoft.com/office/drawing/2014/main" id="{E4129756-0C7B-EA7E-C8B9-53044024F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0694" y="513204"/>
            <a:ext cx="540000" cy="535710"/>
          </a:xfrm>
          <a:prstGeom prst="rect">
            <a:avLst/>
          </a:prstGeom>
          <a:noFill/>
          <a:ln w="57150">
            <a:solidFill>
              <a:srgbClr val="156082"/>
            </a:solidFill>
          </a:ln>
          <a:effectLst>
            <a:softEdge rad="25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2">
            <a:extLst>
              <a:ext uri="{FF2B5EF4-FFF2-40B4-BE49-F238E27FC236}">
                <a16:creationId xmlns:a16="http://schemas.microsoft.com/office/drawing/2014/main" id="{B8E1281D-A939-BFC8-F4FE-E13D15C90C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883540" y="4753646"/>
            <a:ext cx="540000" cy="540000"/>
          </a:xfrm>
          <a:prstGeom prst="rect">
            <a:avLst/>
          </a:prstGeom>
          <a:noFill/>
          <a:ln w="57150">
            <a:solidFill>
              <a:srgbClr val="156082"/>
            </a:solidFill>
          </a:ln>
          <a:effectLst>
            <a:softEdge rad="25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">
            <a:extLst>
              <a:ext uri="{FF2B5EF4-FFF2-40B4-BE49-F238E27FC236}">
                <a16:creationId xmlns:a16="http://schemas.microsoft.com/office/drawing/2014/main" id="{6F52AD02-E154-CC8A-C39F-4A0D44B68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9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0694" y="1573714"/>
            <a:ext cx="540000" cy="540000"/>
          </a:xfrm>
          <a:prstGeom prst="rect">
            <a:avLst/>
          </a:prstGeom>
          <a:noFill/>
          <a:ln w="57150">
            <a:solidFill>
              <a:srgbClr val="156082"/>
            </a:solidFill>
          </a:ln>
          <a:effectLst>
            <a:softEdge rad="25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2">
            <a:extLst>
              <a:ext uri="{FF2B5EF4-FFF2-40B4-BE49-F238E27FC236}">
                <a16:creationId xmlns:a16="http://schemas.microsoft.com/office/drawing/2014/main" id="{C86C1137-725C-506A-8ADD-9AFEF9668A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0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871350" y="691845"/>
            <a:ext cx="540000" cy="540000"/>
          </a:xfrm>
          <a:prstGeom prst="rect">
            <a:avLst/>
          </a:prstGeom>
          <a:noFill/>
          <a:ln w="57150">
            <a:solidFill>
              <a:srgbClr val="156082"/>
            </a:solidFill>
          </a:ln>
          <a:effectLst>
            <a:softEdge rad="25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>
            <a:extLst>
              <a:ext uri="{FF2B5EF4-FFF2-40B4-BE49-F238E27FC236}">
                <a16:creationId xmlns:a16="http://schemas.microsoft.com/office/drawing/2014/main" id="{8CC8B684-1DD5-AA22-C179-BA9307CF97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1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850519" y="2533877"/>
            <a:ext cx="567109" cy="559331"/>
          </a:xfrm>
          <a:prstGeom prst="rect">
            <a:avLst/>
          </a:prstGeom>
          <a:noFill/>
          <a:ln w="57150">
            <a:solidFill>
              <a:srgbClr val="156082"/>
            </a:solidFill>
          </a:ln>
          <a:effectLst>
            <a:softEdge rad="25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2">
            <a:extLst>
              <a:ext uri="{FF2B5EF4-FFF2-40B4-BE49-F238E27FC236}">
                <a16:creationId xmlns:a16="http://schemas.microsoft.com/office/drawing/2014/main" id="{A6A72694-ECA2-4A35-5A8C-95F0F7730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861656" y="5784027"/>
            <a:ext cx="582286" cy="569847"/>
          </a:xfrm>
          <a:prstGeom prst="rect">
            <a:avLst/>
          </a:prstGeom>
          <a:noFill/>
          <a:ln w="57150">
            <a:solidFill>
              <a:srgbClr val="156082"/>
            </a:solidFill>
          </a:ln>
          <a:effectLst>
            <a:softEdge rad="25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2">
            <a:extLst>
              <a:ext uri="{FF2B5EF4-FFF2-40B4-BE49-F238E27FC236}">
                <a16:creationId xmlns:a16="http://schemas.microsoft.com/office/drawing/2014/main" id="{8CC3FC72-2426-434C-F0F6-3F516FDDC8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861640" y="2594809"/>
            <a:ext cx="556196" cy="567411"/>
          </a:xfrm>
          <a:prstGeom prst="rect">
            <a:avLst/>
          </a:prstGeom>
          <a:noFill/>
          <a:ln w="57150">
            <a:solidFill>
              <a:srgbClr val="156082"/>
            </a:solidFill>
          </a:ln>
          <a:effectLst>
            <a:softEdge rad="25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393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270</Words>
  <Application>Microsoft Office PowerPoint</Application>
  <PresentationFormat>Widescreen</PresentationFormat>
  <Paragraphs>95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EVE Alpha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2024-08-22T18:53:25Z</dcterms:created>
  <dcterms:modified xsi:type="dcterms:W3CDTF">2026-07-14T14:02:41Z</dcterms:modified>
</cp:coreProperties>
</file>